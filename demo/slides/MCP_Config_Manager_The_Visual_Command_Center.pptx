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1" i="0">
                <a:solidFill>
                  <a:srgbClr val="11110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1" i="0">
                <a:solidFill>
                  <a:srgbClr val="11110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1" i="0">
                <a:solidFill>
                  <a:srgbClr val="11110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1" i="0">
                <a:solidFill>
                  <a:srgbClr val="11110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655" y="555658"/>
            <a:ext cx="11973560" cy="145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1" i="0">
                <a:solidFill>
                  <a:srgbClr val="11110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1078" y="4057261"/>
            <a:ext cx="7371080" cy="3051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png"/><Relationship Id="rId10" Type="http://schemas.openxmlformats.org/officeDocument/2006/relationships/image" Target="../media/image36.jpg"/><Relationship Id="rId11" Type="http://schemas.openxmlformats.org/officeDocument/2006/relationships/image" Target="../media/image37.png"/><Relationship Id="rId12" Type="http://schemas.openxmlformats.org/officeDocument/2006/relationships/image" Target="../media/image38.jpg"/><Relationship Id="rId13" Type="http://schemas.openxmlformats.org/officeDocument/2006/relationships/image" Target="../media/image3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3523" y="740700"/>
            <a:ext cx="993479" cy="970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5728" y="3932237"/>
            <a:ext cx="2394540" cy="86809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48518" y="9319548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 h="0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915236" y="9332314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4" h="0">
                <a:moveTo>
                  <a:pt x="1248218" y="0"/>
                </a:moveTo>
                <a:lnTo>
                  <a:pt x="2267171" y="0"/>
                </a:lnTo>
              </a:path>
              <a:path w="2267584" h="0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36692" y="9332314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70582" y="9332314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49732" y="9332314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48671" y="9332314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 h="0">
                <a:moveTo>
                  <a:pt x="0" y="0"/>
                </a:moveTo>
                <a:lnTo>
                  <a:pt x="106990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22971" y="9332314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10" h="0">
                <a:moveTo>
                  <a:pt x="0" y="0"/>
                </a:moveTo>
                <a:lnTo>
                  <a:pt x="114632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76648" y="9332314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 h="0">
                <a:moveTo>
                  <a:pt x="0" y="0"/>
                </a:moveTo>
                <a:lnTo>
                  <a:pt x="10953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85064" y="9332314"/>
            <a:ext cx="840740" cy="0"/>
          </a:xfrm>
          <a:custGeom>
            <a:avLst/>
            <a:gdLst/>
            <a:ahLst/>
            <a:cxnLst/>
            <a:rect l="l" t="t" r="r" b="b"/>
            <a:pathLst>
              <a:path w="840739" h="0">
                <a:moveTo>
                  <a:pt x="0" y="0"/>
                </a:moveTo>
                <a:lnTo>
                  <a:pt x="84063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276592" y="2074829"/>
            <a:ext cx="6909434" cy="8299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 spc="145">
                <a:solidFill>
                  <a:srgbClr val="0F0F11"/>
                </a:solidFill>
              </a:rPr>
              <a:t>MCP</a:t>
            </a:r>
            <a:r>
              <a:rPr dirty="0" sz="5250" spc="-250">
                <a:solidFill>
                  <a:srgbClr val="0F0F11"/>
                </a:solidFill>
              </a:rPr>
              <a:t> </a:t>
            </a:r>
            <a:r>
              <a:rPr dirty="0" sz="5250" spc="50">
                <a:solidFill>
                  <a:srgbClr val="0F0F11"/>
                </a:solidFill>
              </a:rPr>
              <a:t>Config</a:t>
            </a:r>
            <a:r>
              <a:rPr dirty="0" sz="5250" spc="-100">
                <a:solidFill>
                  <a:srgbClr val="0F0F11"/>
                </a:solidFill>
              </a:rPr>
              <a:t> </a:t>
            </a:r>
            <a:r>
              <a:rPr dirty="0" sz="5250" spc="105">
                <a:solidFill>
                  <a:srgbClr val="0F0F11"/>
                </a:solidFill>
              </a:rPr>
              <a:t>Manager</a:t>
            </a:r>
            <a:endParaRPr sz="5250"/>
          </a:p>
        </p:txBody>
      </p:sp>
      <p:sp>
        <p:nvSpPr>
          <p:cNvPr id="14" name="object 14"/>
          <p:cNvSpPr txBox="1"/>
          <p:nvPr/>
        </p:nvSpPr>
        <p:spPr>
          <a:xfrm>
            <a:off x="5800893" y="3045056"/>
            <a:ext cx="5916930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50">
                <a:solidFill>
                  <a:srgbClr val="0F0F11"/>
                </a:solidFill>
                <a:latin typeface="Arial"/>
                <a:cs typeface="Arial"/>
              </a:rPr>
              <a:t>Th</a:t>
            </a:r>
            <a:r>
              <a:rPr dirty="0" sz="2450" spc="50">
                <a:solidFill>
                  <a:srgbClr val="282828"/>
                </a:solidFill>
                <a:latin typeface="Arial"/>
                <a:cs typeface="Arial"/>
              </a:rPr>
              <a:t>e</a:t>
            </a:r>
            <a:r>
              <a:rPr dirty="0" sz="2450" spc="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282828"/>
                </a:solidFill>
                <a:latin typeface="Arial"/>
                <a:cs typeface="Arial"/>
              </a:rPr>
              <a:t>V</a:t>
            </a:r>
            <a:r>
              <a:rPr dirty="0" sz="2450">
                <a:solidFill>
                  <a:srgbClr val="0F0F11"/>
                </a:solidFill>
                <a:latin typeface="Arial"/>
                <a:cs typeface="Arial"/>
              </a:rPr>
              <a:t>i</a:t>
            </a:r>
            <a:r>
              <a:rPr dirty="0" sz="2450">
                <a:solidFill>
                  <a:srgbClr val="282828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0F0F11"/>
                </a:solidFill>
                <a:latin typeface="Arial"/>
                <a:cs typeface="Arial"/>
              </a:rPr>
              <a:t>u</a:t>
            </a:r>
            <a:r>
              <a:rPr dirty="0" sz="2450">
                <a:solidFill>
                  <a:srgbClr val="282828"/>
                </a:solidFill>
                <a:latin typeface="Arial"/>
                <a:cs typeface="Arial"/>
              </a:rPr>
              <a:t>a</a:t>
            </a:r>
            <a:r>
              <a:rPr dirty="0" sz="2450">
                <a:solidFill>
                  <a:srgbClr val="0F0F11"/>
                </a:solidFill>
                <a:latin typeface="Arial"/>
                <a:cs typeface="Arial"/>
              </a:rPr>
              <a:t>l</a:t>
            </a:r>
            <a:r>
              <a:rPr dirty="0" sz="2450" spc="-55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282828"/>
                </a:solidFill>
                <a:latin typeface="Arial"/>
                <a:cs typeface="Arial"/>
              </a:rPr>
              <a:t>Com</a:t>
            </a:r>
            <a:r>
              <a:rPr dirty="0" sz="2450">
                <a:solidFill>
                  <a:srgbClr val="0F0F11"/>
                </a:solidFill>
                <a:latin typeface="Arial"/>
                <a:cs typeface="Arial"/>
              </a:rPr>
              <a:t>mand</a:t>
            </a:r>
            <a:r>
              <a:rPr dirty="0" sz="2450" spc="180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282828"/>
                </a:solidFill>
                <a:latin typeface="Arial"/>
                <a:cs typeface="Arial"/>
              </a:rPr>
              <a:t>Ce</a:t>
            </a:r>
            <a:r>
              <a:rPr dirty="0" sz="2450" spc="75">
                <a:solidFill>
                  <a:srgbClr val="0F0F11"/>
                </a:solidFill>
                <a:latin typeface="Arial"/>
                <a:cs typeface="Arial"/>
              </a:rPr>
              <a:t>nt</a:t>
            </a:r>
            <a:r>
              <a:rPr dirty="0" sz="2450" spc="75">
                <a:solidFill>
                  <a:srgbClr val="282828"/>
                </a:solidFill>
                <a:latin typeface="Arial"/>
                <a:cs typeface="Arial"/>
              </a:rPr>
              <a:t>e</a:t>
            </a:r>
            <a:r>
              <a:rPr dirty="0" sz="2450" spc="75">
                <a:solidFill>
                  <a:srgbClr val="0F0F11"/>
                </a:solidFill>
                <a:latin typeface="Arial"/>
                <a:cs typeface="Arial"/>
              </a:rPr>
              <a:t>r</a:t>
            </a:r>
            <a:r>
              <a:rPr dirty="0" sz="2450" spc="105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 spc="85">
                <a:solidFill>
                  <a:srgbClr val="0F0F11"/>
                </a:solidFill>
                <a:latin typeface="Arial"/>
                <a:cs typeface="Arial"/>
              </a:rPr>
              <a:t>f</a:t>
            </a:r>
            <a:r>
              <a:rPr dirty="0" sz="2450" spc="85">
                <a:solidFill>
                  <a:srgbClr val="282828"/>
                </a:solidFill>
                <a:latin typeface="Arial"/>
                <a:cs typeface="Arial"/>
              </a:rPr>
              <a:t>o</a:t>
            </a:r>
            <a:r>
              <a:rPr dirty="0" sz="2450" spc="85">
                <a:solidFill>
                  <a:srgbClr val="0F0F11"/>
                </a:solidFill>
                <a:latin typeface="Arial"/>
                <a:cs typeface="Arial"/>
              </a:rPr>
              <a:t>r</a:t>
            </a:r>
            <a:r>
              <a:rPr dirty="0" sz="2450" spc="135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 spc="70">
                <a:solidFill>
                  <a:srgbClr val="0F0F11"/>
                </a:solidFill>
                <a:latin typeface="Arial"/>
                <a:cs typeface="Arial"/>
              </a:rPr>
              <a:t>Al</a:t>
            </a:r>
            <a:r>
              <a:rPr dirty="0" sz="2450" spc="-10">
                <a:solidFill>
                  <a:srgbClr val="0F0F11"/>
                </a:solidFill>
                <a:latin typeface="Arial"/>
                <a:cs typeface="Arial"/>
              </a:rPr>
              <a:t> T</a:t>
            </a:r>
            <a:r>
              <a:rPr dirty="0" sz="2450" spc="-10">
                <a:solidFill>
                  <a:srgbClr val="282828"/>
                </a:solidFill>
                <a:latin typeface="Arial"/>
                <a:cs typeface="Arial"/>
              </a:rPr>
              <a:t>o</a:t>
            </a:r>
            <a:r>
              <a:rPr dirty="0" sz="2450" spc="-10">
                <a:solidFill>
                  <a:srgbClr val="0F0F11"/>
                </a:solidFill>
                <a:latin typeface="Arial"/>
                <a:cs typeface="Arial"/>
              </a:rPr>
              <a:t>ol</a:t>
            </a:r>
            <a:r>
              <a:rPr dirty="0" sz="2450" spc="-10">
                <a:solidFill>
                  <a:srgbClr val="282828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00914" y="6147230"/>
            <a:ext cx="261620" cy="469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745"/>
              </a:lnSpc>
              <a:spcBef>
                <a:spcPts val="105"/>
              </a:spcBef>
            </a:pPr>
            <a:r>
              <a:rPr dirty="0" sz="1650" spc="-25" b="1">
                <a:solidFill>
                  <a:srgbClr val="3D3AA1"/>
                </a:solidFill>
                <a:latin typeface="Arial"/>
                <a:cs typeface="Arial"/>
              </a:rPr>
              <a:t>00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ts val="1745"/>
              </a:lnSpc>
            </a:pPr>
            <a:r>
              <a:rPr dirty="0" sz="1650" spc="-25" b="1">
                <a:solidFill>
                  <a:srgbClr val="3D3AA1"/>
                </a:solidFill>
                <a:latin typeface="Arial"/>
                <a:cs typeface="Arial"/>
              </a:rPr>
              <a:t>00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04264" y="6128081"/>
            <a:ext cx="415925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25" b="1">
                <a:solidFill>
                  <a:srgbClr val="3B0C31"/>
                </a:solidFill>
                <a:latin typeface="Arial"/>
                <a:cs typeface="Arial"/>
              </a:rPr>
              <a:t>(IJ</a:t>
            </a:r>
            <a:endParaRPr sz="2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3951" y="7206820"/>
            <a:ext cx="3892550" cy="1284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2450" spc="-35" b="1">
                <a:solidFill>
                  <a:srgbClr val="0F0F11"/>
                </a:solidFill>
                <a:latin typeface="Arial"/>
                <a:cs typeface="Arial"/>
              </a:rPr>
              <a:t>Manage</a:t>
            </a:r>
            <a:r>
              <a:rPr dirty="0" sz="2450" spc="-130" b="1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F0F11"/>
                </a:solidFill>
                <a:latin typeface="Arial"/>
                <a:cs typeface="Arial"/>
              </a:rPr>
              <a:t>Servers</a:t>
            </a:r>
            <a:endParaRPr sz="2450">
              <a:latin typeface="Arial"/>
              <a:cs typeface="Arial"/>
            </a:endParaRPr>
          </a:p>
          <a:p>
            <a:pPr algn="ctr" marL="12700" marR="5080" indent="-4445">
              <a:lnSpc>
                <a:spcPct val="118500"/>
              </a:lnSpc>
              <a:spcBef>
                <a:spcPts val="1130"/>
              </a:spcBef>
            </a:pPr>
            <a:r>
              <a:rPr dirty="0" sz="2050" spc="60">
                <a:solidFill>
                  <a:srgbClr val="282828"/>
                </a:solidFill>
                <a:latin typeface="Arial"/>
                <a:cs typeface="Arial"/>
              </a:rPr>
              <a:t>Add,</a:t>
            </a:r>
            <a:r>
              <a:rPr dirty="0" sz="2050" spc="-1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82828"/>
                </a:solidFill>
                <a:latin typeface="Arial"/>
                <a:cs typeface="Arial"/>
              </a:rPr>
              <a:t>edit,</a:t>
            </a:r>
            <a:r>
              <a:rPr dirty="0" sz="2050" spc="-14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82828"/>
                </a:solidFill>
                <a:latin typeface="Arial"/>
                <a:cs typeface="Arial"/>
              </a:rPr>
              <a:t>and</a:t>
            </a:r>
            <a:r>
              <a:rPr dirty="0" sz="2050" spc="-1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82828"/>
                </a:solidFill>
                <a:latin typeface="Arial"/>
                <a:cs typeface="Arial"/>
              </a:rPr>
              <a:t>configure</a:t>
            </a:r>
            <a:r>
              <a:rPr dirty="0" sz="2050" spc="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282828"/>
                </a:solidFill>
                <a:latin typeface="Arial"/>
                <a:cs typeface="Arial"/>
              </a:rPr>
              <a:t>MCP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servers</a:t>
            </a:r>
            <a:r>
              <a:rPr dirty="0" sz="2050" spc="14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across</a:t>
            </a:r>
            <a:r>
              <a:rPr dirty="0" sz="2050" spc="-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82828"/>
                </a:solidFill>
                <a:latin typeface="Arial"/>
                <a:cs typeface="Arial"/>
              </a:rPr>
              <a:t>all</a:t>
            </a:r>
            <a:r>
              <a:rPr dirty="0" sz="2050" spc="-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dirty="0" sz="2050" spc="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82828"/>
                </a:solidFill>
                <a:latin typeface="Arial"/>
                <a:cs typeface="Arial"/>
              </a:rPr>
              <a:t>Al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82828"/>
                </a:solidFill>
                <a:latin typeface="Arial"/>
                <a:cs typeface="Arial"/>
              </a:rPr>
              <a:t>clients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8931" y="7206820"/>
            <a:ext cx="3899535" cy="1667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6510">
              <a:lnSpc>
                <a:spcPct val="100000"/>
              </a:lnSpc>
              <a:spcBef>
                <a:spcPts val="110"/>
              </a:spcBef>
            </a:pPr>
            <a:r>
              <a:rPr dirty="0" sz="2450" spc="-105" b="1">
                <a:solidFill>
                  <a:srgbClr val="0F0F11"/>
                </a:solidFill>
                <a:latin typeface="Arial"/>
                <a:cs typeface="Arial"/>
              </a:rPr>
              <a:t>Sync</a:t>
            </a:r>
            <a:r>
              <a:rPr dirty="0" sz="2450" spc="-65" b="1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F0F11"/>
                </a:solidFill>
                <a:latin typeface="Arial"/>
                <a:cs typeface="Arial"/>
              </a:rPr>
              <a:t>Configurations</a:t>
            </a:r>
            <a:endParaRPr sz="2450">
              <a:latin typeface="Arial"/>
              <a:cs typeface="Arial"/>
            </a:endParaRPr>
          </a:p>
          <a:p>
            <a:pPr algn="ctr" marL="12065" marR="5080" indent="-17145">
              <a:lnSpc>
                <a:spcPct val="120500"/>
              </a:lnSpc>
              <a:spcBef>
                <a:spcPts val="1080"/>
              </a:spcBef>
            </a:pP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Keep</a:t>
            </a:r>
            <a:r>
              <a:rPr dirty="0" sz="2050" spc="114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you</a:t>
            </a:r>
            <a:r>
              <a:rPr dirty="0" sz="2050">
                <a:solidFill>
                  <a:srgbClr val="0F0F11"/>
                </a:solidFill>
                <a:latin typeface="Arial"/>
                <a:cs typeface="Arial"/>
              </a:rPr>
              <a:t>r</a:t>
            </a:r>
            <a:r>
              <a:rPr dirty="0" sz="2050" spc="-5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0F0F11"/>
                </a:solidFill>
                <a:latin typeface="Arial"/>
                <a:cs typeface="Arial"/>
              </a:rPr>
              <a:t>M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CP</a:t>
            </a:r>
            <a:r>
              <a:rPr dirty="0" sz="2050" spc="-10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282828"/>
                </a:solidFill>
                <a:latin typeface="Arial"/>
                <a:cs typeface="Arial"/>
              </a:rPr>
              <a:t>set</a:t>
            </a:r>
            <a:r>
              <a:rPr dirty="0" sz="2050" spc="45">
                <a:solidFill>
                  <a:srgbClr val="0F0F11"/>
                </a:solidFill>
                <a:latin typeface="Arial"/>
                <a:cs typeface="Arial"/>
              </a:rPr>
              <a:t>t</a:t>
            </a:r>
            <a:r>
              <a:rPr dirty="0" sz="2050" spc="45">
                <a:solidFill>
                  <a:srgbClr val="3B3D3B"/>
                </a:solidFill>
                <a:latin typeface="Arial"/>
                <a:cs typeface="Arial"/>
              </a:rPr>
              <a:t>ings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synchronized</a:t>
            </a:r>
            <a:r>
              <a:rPr dirty="0" sz="2050" spc="-35">
                <a:solidFill>
                  <a:srgbClr val="282828"/>
                </a:solidFill>
                <a:latin typeface="Arial"/>
                <a:cs typeface="Arial"/>
              </a:rPr>
              <a:t> 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across</a:t>
            </a:r>
            <a:r>
              <a:rPr dirty="0" sz="2050" spc="10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0F0F11"/>
                </a:solidFill>
                <a:latin typeface="Arial"/>
                <a:cs typeface="Arial"/>
              </a:rPr>
              <a:t>C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laude,</a:t>
            </a:r>
            <a:r>
              <a:rPr dirty="0" sz="2050" spc="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282828"/>
                </a:solidFill>
                <a:latin typeface="Arial"/>
                <a:cs typeface="Arial"/>
              </a:rPr>
              <a:t>VS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Code,</a:t>
            </a:r>
            <a:r>
              <a:rPr dirty="0" sz="2050" spc="-2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82828"/>
                </a:solidFill>
                <a:latin typeface="Arial"/>
                <a:cs typeface="Arial"/>
              </a:rPr>
              <a:t>and</a:t>
            </a:r>
            <a:r>
              <a:rPr dirty="0" sz="2050" spc="-20">
                <a:solidFill>
                  <a:srgbClr val="282828"/>
                </a:solidFill>
                <a:latin typeface="Arial"/>
                <a:cs typeface="Arial"/>
              </a:rPr>
              <a:t> more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17362" y="7219586"/>
            <a:ext cx="3609975" cy="1271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7780">
              <a:lnSpc>
                <a:spcPct val="100000"/>
              </a:lnSpc>
              <a:spcBef>
                <a:spcPts val="110"/>
              </a:spcBef>
            </a:pPr>
            <a:r>
              <a:rPr dirty="0" sz="2450" spc="-110" b="1">
                <a:solidFill>
                  <a:srgbClr val="0F0F11"/>
                </a:solidFill>
                <a:latin typeface="Arial"/>
                <a:cs typeface="Arial"/>
              </a:rPr>
              <a:t>Easy</a:t>
            </a:r>
            <a:r>
              <a:rPr dirty="0" sz="2450" spc="-190" b="1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F0F11"/>
                </a:solidFill>
                <a:latin typeface="Arial"/>
                <a:cs typeface="Arial"/>
              </a:rPr>
              <a:t>Setup</a:t>
            </a:r>
            <a:endParaRPr sz="2450">
              <a:latin typeface="Arial"/>
              <a:cs typeface="Arial"/>
            </a:endParaRPr>
          </a:p>
          <a:p>
            <a:pPr algn="ctr" marL="12700" marR="5080">
              <a:lnSpc>
                <a:spcPct val="118500"/>
              </a:lnSpc>
              <a:spcBef>
                <a:spcPts val="1025"/>
              </a:spcBef>
            </a:pP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Simple</a:t>
            </a:r>
            <a:r>
              <a:rPr dirty="0" sz="205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82828"/>
                </a:solidFill>
                <a:latin typeface="Arial"/>
                <a:cs typeface="Arial"/>
              </a:rPr>
              <a:t>interface</a:t>
            </a:r>
            <a:r>
              <a:rPr dirty="0" sz="2050" spc="-2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82828"/>
                </a:solidFill>
                <a:latin typeface="Arial"/>
                <a:cs typeface="Arial"/>
              </a:rPr>
              <a:t>for</a:t>
            </a:r>
            <a:r>
              <a:rPr dirty="0" sz="2050" spc="2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82828"/>
                </a:solidFill>
                <a:latin typeface="Arial"/>
                <a:cs typeface="Arial"/>
              </a:rPr>
              <a:t>managing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complex</a:t>
            </a:r>
            <a:r>
              <a:rPr dirty="0" sz="2050" spc="1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82828"/>
                </a:solidFill>
                <a:latin typeface="Arial"/>
                <a:cs typeface="Arial"/>
              </a:rPr>
              <a:t>MCP</a:t>
            </a:r>
            <a:r>
              <a:rPr dirty="0" sz="2050" spc="9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282828"/>
                </a:solidFill>
                <a:latin typeface="Arial"/>
                <a:cs typeface="Arial"/>
              </a:rPr>
              <a:t>configu</a:t>
            </a:r>
            <a:r>
              <a:rPr dirty="0" sz="2050" spc="45">
                <a:solidFill>
                  <a:srgbClr val="0F0F11"/>
                </a:solidFill>
                <a:latin typeface="Arial"/>
                <a:cs typeface="Arial"/>
              </a:rPr>
              <a:t>r</a:t>
            </a:r>
            <a:r>
              <a:rPr dirty="0" sz="2050" spc="45">
                <a:solidFill>
                  <a:srgbClr val="282828"/>
                </a:solidFill>
                <a:latin typeface="Arial"/>
                <a:cs typeface="Arial"/>
              </a:rPr>
              <a:t>at</a:t>
            </a:r>
            <a:r>
              <a:rPr dirty="0" sz="2050" spc="45">
                <a:solidFill>
                  <a:srgbClr val="0F0F11"/>
                </a:solidFill>
                <a:latin typeface="Arial"/>
                <a:cs typeface="Arial"/>
              </a:rPr>
              <a:t>i</a:t>
            </a:r>
            <a:r>
              <a:rPr dirty="0" sz="2050" spc="45">
                <a:solidFill>
                  <a:srgbClr val="282828"/>
                </a:solidFill>
                <a:latin typeface="Arial"/>
                <a:cs typeface="Arial"/>
              </a:rPr>
              <a:t>ons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6889" y="3421591"/>
            <a:ext cx="7132955" cy="3830320"/>
            <a:chOff x="7896889" y="3421591"/>
            <a:chExt cx="7132955" cy="3830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889" y="3421591"/>
              <a:ext cx="7132674" cy="38298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6889" y="3830107"/>
              <a:ext cx="3948445" cy="40851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07881" y="3574785"/>
            <a:ext cx="1069901" cy="4851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86201" y="5208851"/>
            <a:ext cx="203790" cy="5361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17355" y="4647141"/>
            <a:ext cx="866110" cy="10978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33358" y="6587595"/>
            <a:ext cx="917058" cy="109788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5207881" y="4979060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4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84302" y="3038606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5233355" y="3019457"/>
            <a:ext cx="892175" cy="530225"/>
            <a:chOff x="15233355" y="3019457"/>
            <a:chExt cx="892175" cy="530225"/>
          </a:xfrm>
        </p:grpSpPr>
        <p:sp>
          <p:nvSpPr>
            <p:cNvPr id="12" name="object 12"/>
            <p:cNvSpPr/>
            <p:nvPr/>
          </p:nvSpPr>
          <p:spPr>
            <a:xfrm>
              <a:off x="16023044" y="3038606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w="0" h="511175">
                  <a:moveTo>
                    <a:pt x="0" y="510645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33355" y="3051372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233355" y="3293929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 h="0">
                  <a:moveTo>
                    <a:pt x="0" y="0"/>
                  </a:moveTo>
                  <a:lnTo>
                    <a:pt x="891584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233355" y="3510953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15182408" y="5017358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5" h="0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182408" y="5910988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 h="0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07376" y="766299"/>
            <a:ext cx="10436860" cy="137350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 indent="7620">
              <a:lnSpc>
                <a:spcPts val="5430"/>
              </a:lnSpc>
            </a:pPr>
            <a:r>
              <a:rPr dirty="0" sz="4300" spc="155">
                <a:solidFill>
                  <a:srgbClr val="0A0A08"/>
                </a:solidFill>
              </a:rPr>
              <a:t>What</a:t>
            </a:r>
            <a:r>
              <a:rPr dirty="0" sz="4300" spc="-125">
                <a:solidFill>
                  <a:srgbClr val="0A0A08"/>
                </a:solidFill>
              </a:rPr>
              <a:t> </a:t>
            </a:r>
            <a:r>
              <a:rPr dirty="0" sz="4300" spc="105">
                <a:solidFill>
                  <a:srgbClr val="0A0A08"/>
                </a:solidFill>
              </a:rPr>
              <a:t>is</a:t>
            </a:r>
            <a:r>
              <a:rPr dirty="0" sz="4300" spc="-285">
                <a:solidFill>
                  <a:srgbClr val="0A0A08"/>
                </a:solidFill>
              </a:rPr>
              <a:t> </a:t>
            </a:r>
            <a:r>
              <a:rPr dirty="0" sz="4300" spc="55">
                <a:solidFill>
                  <a:srgbClr val="0A0A08"/>
                </a:solidFill>
              </a:rPr>
              <a:t>MCP?</a:t>
            </a:r>
            <a:r>
              <a:rPr dirty="0" sz="4300" spc="-90">
                <a:solidFill>
                  <a:srgbClr val="0A0A08"/>
                </a:solidFill>
              </a:rPr>
              <a:t> </a:t>
            </a:r>
            <a:r>
              <a:rPr dirty="0" sz="4300" spc="85">
                <a:solidFill>
                  <a:srgbClr val="0A0A08"/>
                </a:solidFill>
              </a:rPr>
              <a:t>It's</a:t>
            </a:r>
            <a:r>
              <a:rPr dirty="0" sz="4300" spc="-365">
                <a:solidFill>
                  <a:srgbClr val="0A0A08"/>
                </a:solidFill>
              </a:rPr>
              <a:t> </a:t>
            </a:r>
            <a:r>
              <a:rPr dirty="0" sz="4300" spc="125">
                <a:solidFill>
                  <a:srgbClr val="0A0A08"/>
                </a:solidFill>
              </a:rPr>
              <a:t>the</a:t>
            </a:r>
            <a:r>
              <a:rPr dirty="0" sz="4300" spc="45">
                <a:solidFill>
                  <a:srgbClr val="0A0A08"/>
                </a:solidFill>
              </a:rPr>
              <a:t> </a:t>
            </a:r>
            <a:r>
              <a:rPr dirty="0" sz="4300" spc="85">
                <a:solidFill>
                  <a:srgbClr val="0A0A08"/>
                </a:solidFill>
              </a:rPr>
              <a:t>standard</a:t>
            </a:r>
            <a:r>
              <a:rPr dirty="0" sz="4300" spc="90">
                <a:solidFill>
                  <a:srgbClr val="0A0A08"/>
                </a:solidFill>
              </a:rPr>
              <a:t> </a:t>
            </a:r>
            <a:r>
              <a:rPr dirty="0" sz="4300" spc="155">
                <a:solidFill>
                  <a:srgbClr val="0A0A08"/>
                </a:solidFill>
              </a:rPr>
              <a:t>that </a:t>
            </a:r>
            <a:r>
              <a:rPr dirty="0" sz="4300" spc="65">
                <a:solidFill>
                  <a:srgbClr val="0A0A08"/>
                </a:solidFill>
              </a:rPr>
              <a:t>decouples</a:t>
            </a:r>
            <a:r>
              <a:rPr dirty="0" sz="4300" spc="125">
                <a:solidFill>
                  <a:srgbClr val="0A0A08"/>
                </a:solidFill>
              </a:rPr>
              <a:t> </a:t>
            </a:r>
            <a:r>
              <a:rPr dirty="0" sz="4300" spc="190">
                <a:solidFill>
                  <a:srgbClr val="0A0A08"/>
                </a:solidFill>
              </a:rPr>
              <a:t>the</a:t>
            </a:r>
            <a:r>
              <a:rPr dirty="0" sz="4300" spc="-215">
                <a:solidFill>
                  <a:srgbClr val="0A0A08"/>
                </a:solidFill>
              </a:rPr>
              <a:t> </a:t>
            </a:r>
            <a:r>
              <a:rPr dirty="0" sz="4300" spc="95">
                <a:solidFill>
                  <a:srgbClr val="0A0A08"/>
                </a:solidFill>
              </a:rPr>
              <a:t>model</a:t>
            </a:r>
            <a:r>
              <a:rPr dirty="0" sz="4300" spc="-130">
                <a:solidFill>
                  <a:srgbClr val="0A0A08"/>
                </a:solidFill>
              </a:rPr>
              <a:t> </a:t>
            </a:r>
            <a:r>
              <a:rPr dirty="0" sz="4300" spc="65">
                <a:solidFill>
                  <a:srgbClr val="0A0A08"/>
                </a:solidFill>
              </a:rPr>
              <a:t>from</a:t>
            </a:r>
            <a:r>
              <a:rPr dirty="0" sz="4300" spc="-135">
                <a:solidFill>
                  <a:srgbClr val="0A0A08"/>
                </a:solidFill>
              </a:rPr>
              <a:t> </a:t>
            </a:r>
            <a:r>
              <a:rPr dirty="0" sz="4300" spc="60">
                <a:solidFill>
                  <a:srgbClr val="0A0A08"/>
                </a:solidFill>
              </a:rPr>
              <a:t>the</a:t>
            </a:r>
            <a:r>
              <a:rPr dirty="0" sz="4300" spc="155">
                <a:solidFill>
                  <a:srgbClr val="0A0A08"/>
                </a:solidFill>
              </a:rPr>
              <a:t> </a:t>
            </a:r>
            <a:r>
              <a:rPr dirty="0" sz="4300" spc="105">
                <a:solidFill>
                  <a:srgbClr val="0A0A08"/>
                </a:solidFill>
              </a:rPr>
              <a:t>context.</a:t>
            </a:r>
            <a:endParaRPr sz="4300"/>
          </a:p>
        </p:txBody>
      </p:sp>
      <p:sp>
        <p:nvSpPr>
          <p:cNvPr id="19" name="object 19"/>
          <p:cNvSpPr txBox="1"/>
          <p:nvPr/>
        </p:nvSpPr>
        <p:spPr>
          <a:xfrm>
            <a:off x="905453" y="3163782"/>
            <a:ext cx="6014085" cy="14681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2540">
              <a:lnSpc>
                <a:spcPct val="108300"/>
              </a:lnSpc>
              <a:spcBef>
                <a:spcPts val="145"/>
              </a:spcBef>
            </a:pPr>
            <a:r>
              <a:rPr dirty="0" sz="2900" spc="6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2900" spc="-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120">
                <a:solidFill>
                  <a:srgbClr val="0A0A08"/>
                </a:solidFill>
                <a:latin typeface="Arial"/>
                <a:cs typeface="Arial"/>
              </a:rPr>
              <a:t>Model</a:t>
            </a:r>
            <a:r>
              <a:rPr dirty="0" sz="2900" spc="-1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80">
                <a:solidFill>
                  <a:srgbClr val="0A0A08"/>
                </a:solidFill>
                <a:latin typeface="Arial"/>
                <a:cs typeface="Arial"/>
              </a:rPr>
              <a:t>Context</a:t>
            </a:r>
            <a:r>
              <a:rPr dirty="0" sz="2900" spc="1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75">
                <a:solidFill>
                  <a:srgbClr val="0A0A08"/>
                </a:solidFill>
                <a:latin typeface="Arial"/>
                <a:cs typeface="Arial"/>
              </a:rPr>
              <a:t>Protocol 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(MCP) </a:t>
            </a:r>
            <a:r>
              <a:rPr dirty="0" sz="2900" spc="105">
                <a:solidFill>
                  <a:srgbClr val="0A0A08"/>
                </a:solidFill>
                <a:latin typeface="Arial"/>
                <a:cs typeface="Arial"/>
              </a:rPr>
              <a:t>is</a:t>
            </a:r>
            <a:r>
              <a:rPr dirty="0" sz="2900" spc="-1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125">
                <a:solidFill>
                  <a:srgbClr val="0A0A08"/>
                </a:solidFill>
                <a:latin typeface="Arial"/>
                <a:cs typeface="Arial"/>
              </a:rPr>
              <a:t>an</a:t>
            </a:r>
            <a:r>
              <a:rPr dirty="0" sz="2900" spc="-17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105">
                <a:solidFill>
                  <a:srgbClr val="0A0A08"/>
                </a:solidFill>
                <a:latin typeface="Arial"/>
                <a:cs typeface="Arial"/>
              </a:rPr>
              <a:t>open</a:t>
            </a:r>
            <a:r>
              <a:rPr dirty="0" sz="2900" spc="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65">
                <a:solidFill>
                  <a:srgbClr val="0A0A08"/>
                </a:solidFill>
                <a:latin typeface="Arial"/>
                <a:cs typeface="Arial"/>
              </a:rPr>
              <a:t>standard</a:t>
            </a:r>
            <a:r>
              <a:rPr dirty="0" sz="2900" spc="10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125">
                <a:solidFill>
                  <a:srgbClr val="0A0A08"/>
                </a:solidFill>
                <a:latin typeface="Arial"/>
                <a:cs typeface="Arial"/>
              </a:rPr>
              <a:t>that</a:t>
            </a:r>
            <a:r>
              <a:rPr dirty="0" sz="2900" spc="-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90">
                <a:solidFill>
                  <a:srgbClr val="0A0A08"/>
                </a:solidFill>
                <a:latin typeface="Arial"/>
                <a:cs typeface="Arial"/>
              </a:rPr>
              <a:t>connects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Al</a:t>
            </a:r>
            <a:r>
              <a:rPr dirty="0" sz="2900" spc="-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0A0A08"/>
                </a:solidFill>
                <a:latin typeface="Arial"/>
                <a:cs typeface="Arial"/>
              </a:rPr>
              <a:t>assistants</a:t>
            </a:r>
            <a:r>
              <a:rPr dirty="0" sz="2900" spc="14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55">
                <a:solidFill>
                  <a:srgbClr val="0A0A08"/>
                </a:solidFill>
                <a:latin typeface="Arial"/>
                <a:cs typeface="Arial"/>
              </a:rPr>
              <a:t>to</a:t>
            </a:r>
            <a:r>
              <a:rPr dirty="0" sz="2900" spc="24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75">
                <a:solidFill>
                  <a:srgbClr val="0A0A08"/>
                </a:solidFill>
                <a:latin typeface="Arial"/>
                <a:cs typeface="Arial"/>
              </a:rPr>
              <a:t>systems</a:t>
            </a:r>
            <a:r>
              <a:rPr dirty="0" sz="2900" spc="4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80">
                <a:solidFill>
                  <a:srgbClr val="0A0A08"/>
                </a:solidFill>
                <a:latin typeface="Arial"/>
                <a:cs typeface="Arial"/>
              </a:rPr>
              <a:t>directly.</a:t>
            </a:r>
            <a:endParaRPr sz="2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3797" y="5461687"/>
            <a:ext cx="5951855" cy="192786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4445">
              <a:lnSpc>
                <a:spcPct val="107800"/>
              </a:lnSpc>
              <a:spcBef>
                <a:spcPts val="65"/>
              </a:spcBef>
            </a:pPr>
            <a:r>
              <a:rPr dirty="0" sz="2900" spc="70">
                <a:solidFill>
                  <a:srgbClr val="0A0A08"/>
                </a:solidFill>
                <a:latin typeface="Arial"/>
                <a:cs typeface="Arial"/>
              </a:rPr>
              <a:t>Think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 "USB-C</a:t>
            </a:r>
            <a:r>
              <a:rPr dirty="0" sz="2900" spc="17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110">
                <a:solidFill>
                  <a:srgbClr val="0A0A08"/>
                </a:solidFill>
                <a:latin typeface="Arial"/>
                <a:cs typeface="Arial"/>
              </a:rPr>
              <a:t>for</a:t>
            </a:r>
            <a:r>
              <a:rPr dirty="0" sz="2900" spc="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75">
                <a:solidFill>
                  <a:srgbClr val="0A0A08"/>
                </a:solidFill>
                <a:latin typeface="Arial"/>
                <a:cs typeface="Arial"/>
              </a:rPr>
              <a:t>Al</a:t>
            </a:r>
            <a:r>
              <a:rPr dirty="0" sz="2900" spc="-4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70">
                <a:solidFill>
                  <a:srgbClr val="0A0A08"/>
                </a:solidFill>
                <a:latin typeface="Arial"/>
                <a:cs typeface="Arial"/>
              </a:rPr>
              <a:t>Applications"</a:t>
            </a:r>
            <a:r>
              <a:rPr dirty="0" sz="2900" spc="70">
                <a:solidFill>
                  <a:srgbClr val="282836"/>
                </a:solidFill>
                <a:latin typeface="Arial"/>
                <a:cs typeface="Arial"/>
              </a:rPr>
              <a:t>: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A</a:t>
            </a:r>
            <a:r>
              <a:rPr dirty="0" sz="2900" spc="-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0A0A08"/>
                </a:solidFill>
                <a:latin typeface="Arial"/>
                <a:cs typeface="Arial"/>
              </a:rPr>
              <a:t>standardized</a:t>
            </a:r>
            <a:r>
              <a:rPr dirty="0" sz="2900" spc="29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85">
                <a:solidFill>
                  <a:srgbClr val="0A0A08"/>
                </a:solidFill>
                <a:latin typeface="Arial"/>
                <a:cs typeface="Arial"/>
              </a:rPr>
              <a:t>way</a:t>
            </a:r>
            <a:r>
              <a:rPr dirty="0" sz="2900" spc="-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55">
                <a:solidFill>
                  <a:srgbClr val="0A0A08"/>
                </a:solidFill>
                <a:latin typeface="Arial"/>
                <a:cs typeface="Arial"/>
              </a:rPr>
              <a:t>for</a:t>
            </a:r>
            <a:r>
              <a:rPr dirty="0" sz="2900" spc="3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Als</a:t>
            </a:r>
            <a:r>
              <a:rPr dirty="0" sz="2900" spc="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-25">
                <a:solidFill>
                  <a:srgbClr val="0A0A08"/>
                </a:solidFill>
                <a:latin typeface="Arial"/>
                <a:cs typeface="Arial"/>
              </a:rPr>
              <a:t>to </a:t>
            </a:r>
            <a:r>
              <a:rPr dirty="0" sz="2900" spc="75">
                <a:solidFill>
                  <a:srgbClr val="0A0A08"/>
                </a:solidFill>
                <a:latin typeface="Arial"/>
                <a:cs typeface="Arial"/>
              </a:rPr>
              <a:t>access</a:t>
            </a:r>
            <a:r>
              <a:rPr dirty="0" sz="2900" spc="1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Data</a:t>
            </a:r>
            <a:r>
              <a:rPr dirty="0" sz="2900" spc="3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55">
                <a:solidFill>
                  <a:srgbClr val="0A0A08"/>
                </a:solidFill>
                <a:latin typeface="Arial"/>
                <a:cs typeface="Arial"/>
              </a:rPr>
              <a:t>(files,</a:t>
            </a:r>
            <a:r>
              <a:rPr dirty="0" sz="2900" spc="-6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databases)</a:t>
            </a:r>
            <a:r>
              <a:rPr dirty="0" sz="2900" spc="47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65">
                <a:solidFill>
                  <a:srgbClr val="0A0A08"/>
                </a:solidFill>
                <a:latin typeface="Arial"/>
                <a:cs typeface="Arial"/>
              </a:rPr>
              <a:t>and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Tools</a:t>
            </a:r>
            <a:r>
              <a:rPr dirty="0" sz="2900" spc="17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65">
                <a:solidFill>
                  <a:srgbClr val="0A0A08"/>
                </a:solidFill>
                <a:latin typeface="Arial"/>
                <a:cs typeface="Arial"/>
              </a:rPr>
              <a:t>(functions,</a:t>
            </a:r>
            <a:r>
              <a:rPr dirty="0" sz="2900" spc="17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APls).</a:t>
            </a:r>
            <a:endParaRPr sz="2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85940" y="4794018"/>
            <a:ext cx="1605280" cy="1290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52069">
              <a:lnSpc>
                <a:spcPts val="4820"/>
              </a:lnSpc>
              <a:spcBef>
                <a:spcPts val="120"/>
              </a:spcBef>
            </a:pPr>
            <a:r>
              <a:rPr dirty="0" sz="4050" spc="50" b="1">
                <a:solidFill>
                  <a:srgbClr val="282836"/>
                </a:solidFill>
                <a:latin typeface="Arial"/>
                <a:cs typeface="Arial"/>
              </a:rPr>
              <a:t>Al</a:t>
            </a:r>
            <a:endParaRPr sz="4050">
              <a:latin typeface="Arial"/>
              <a:cs typeface="Arial"/>
            </a:endParaRPr>
          </a:p>
          <a:p>
            <a:pPr algn="ctr">
              <a:lnSpc>
                <a:spcPts val="5120"/>
              </a:lnSpc>
            </a:pPr>
            <a:r>
              <a:rPr dirty="0" sz="4300" spc="-20" b="1">
                <a:solidFill>
                  <a:srgbClr val="282836"/>
                </a:solidFill>
                <a:latin typeface="Arial"/>
                <a:cs typeface="Arial"/>
              </a:rPr>
              <a:t>Model</a:t>
            </a:r>
            <a:endParaRPr sz="4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19221" y="4442949"/>
            <a:ext cx="1253490" cy="684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00" spc="-25" b="1">
                <a:solidFill>
                  <a:srgbClr val="282836"/>
                </a:solidFill>
                <a:latin typeface="Arial"/>
                <a:cs typeface="Arial"/>
              </a:rPr>
              <a:t>MCP</a:t>
            </a:r>
            <a:endParaRPr sz="4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0652" y="887578"/>
            <a:ext cx="15001875" cy="1744345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 indent="3175">
              <a:lnSpc>
                <a:spcPts val="6840"/>
              </a:lnSpc>
              <a:spcBef>
                <a:spcPts val="50"/>
              </a:spcBef>
            </a:pPr>
            <a:r>
              <a:rPr dirty="0" sz="5550" spc="225">
                <a:solidFill>
                  <a:srgbClr val="18150E"/>
                </a:solidFill>
              </a:rPr>
              <a:t>The</a:t>
            </a:r>
            <a:r>
              <a:rPr dirty="0" sz="5550" spc="-380">
                <a:solidFill>
                  <a:srgbClr val="18150E"/>
                </a:solidFill>
              </a:rPr>
              <a:t> </a:t>
            </a:r>
            <a:r>
              <a:rPr dirty="0" sz="5550" spc="95">
                <a:solidFill>
                  <a:srgbClr val="18150E"/>
                </a:solidFill>
              </a:rPr>
              <a:t>Power</a:t>
            </a:r>
            <a:r>
              <a:rPr dirty="0" sz="5550" spc="200">
                <a:solidFill>
                  <a:srgbClr val="18150E"/>
                </a:solidFill>
              </a:rPr>
              <a:t> </a:t>
            </a:r>
            <a:r>
              <a:rPr dirty="0" sz="5550" spc="100">
                <a:solidFill>
                  <a:srgbClr val="18150E"/>
                </a:solidFill>
              </a:rPr>
              <a:t>of</a:t>
            </a:r>
            <a:r>
              <a:rPr dirty="0" sz="5550" spc="-155">
                <a:solidFill>
                  <a:srgbClr val="18150E"/>
                </a:solidFill>
              </a:rPr>
              <a:t> </a:t>
            </a:r>
            <a:r>
              <a:rPr dirty="0" sz="5550" spc="280">
                <a:solidFill>
                  <a:srgbClr val="18150E"/>
                </a:solidFill>
              </a:rPr>
              <a:t>MCP</a:t>
            </a:r>
            <a:r>
              <a:rPr dirty="0" sz="5550" spc="-285">
                <a:solidFill>
                  <a:srgbClr val="18150E"/>
                </a:solidFill>
              </a:rPr>
              <a:t> </a:t>
            </a:r>
            <a:r>
              <a:rPr dirty="0" sz="5550" spc="170">
                <a:solidFill>
                  <a:srgbClr val="18150E"/>
                </a:solidFill>
              </a:rPr>
              <a:t>Creates</a:t>
            </a:r>
            <a:r>
              <a:rPr dirty="0" sz="5550" spc="-55">
                <a:solidFill>
                  <a:srgbClr val="18150E"/>
                </a:solidFill>
              </a:rPr>
              <a:t> </a:t>
            </a:r>
            <a:r>
              <a:rPr dirty="0" sz="5550" spc="275">
                <a:solidFill>
                  <a:srgbClr val="18150E"/>
                </a:solidFill>
              </a:rPr>
              <a:t>a</a:t>
            </a:r>
            <a:r>
              <a:rPr dirty="0" sz="5550" spc="-405">
                <a:solidFill>
                  <a:srgbClr val="18150E"/>
                </a:solidFill>
              </a:rPr>
              <a:t> </a:t>
            </a:r>
            <a:r>
              <a:rPr dirty="0" sz="5550" spc="260">
                <a:solidFill>
                  <a:srgbClr val="18150E"/>
                </a:solidFill>
              </a:rPr>
              <a:t>New</a:t>
            </a:r>
            <a:r>
              <a:rPr dirty="0" sz="5550" spc="-135">
                <a:solidFill>
                  <a:srgbClr val="18150E"/>
                </a:solidFill>
              </a:rPr>
              <a:t> </a:t>
            </a:r>
            <a:r>
              <a:rPr dirty="0" sz="5550" spc="50">
                <a:solidFill>
                  <a:srgbClr val="18150E"/>
                </a:solidFill>
              </a:rPr>
              <a:t>Problem: </a:t>
            </a:r>
            <a:r>
              <a:rPr dirty="0" sz="5550" spc="95">
                <a:solidFill>
                  <a:srgbClr val="18150E"/>
                </a:solidFill>
              </a:rPr>
              <a:t>''Configuration</a:t>
            </a:r>
            <a:r>
              <a:rPr dirty="0" sz="5550" spc="-240">
                <a:solidFill>
                  <a:srgbClr val="18150E"/>
                </a:solidFill>
              </a:rPr>
              <a:t> </a:t>
            </a:r>
            <a:r>
              <a:rPr dirty="0" sz="5550" spc="-10">
                <a:solidFill>
                  <a:srgbClr val="18150E"/>
                </a:solidFill>
              </a:rPr>
              <a:t>Hell''</a:t>
            </a:r>
            <a:endParaRPr sz="5550"/>
          </a:p>
        </p:txBody>
      </p:sp>
      <p:sp>
        <p:nvSpPr>
          <p:cNvPr id="3" name="object 3"/>
          <p:cNvSpPr txBox="1"/>
          <p:nvPr/>
        </p:nvSpPr>
        <p:spPr>
          <a:xfrm>
            <a:off x="819886" y="3140803"/>
            <a:ext cx="15814675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8209280" algn="l"/>
              </a:tabLst>
            </a:pPr>
            <a:r>
              <a:rPr dirty="0" sz="3400" spc="80">
                <a:solidFill>
                  <a:srgbClr val="030301"/>
                </a:solidFill>
                <a:latin typeface="Arial"/>
                <a:cs typeface="Arial"/>
              </a:rPr>
              <a:t>One</a:t>
            </a:r>
            <a:r>
              <a:rPr dirty="0" sz="3400" spc="1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35">
                <a:solidFill>
                  <a:srgbClr val="030301"/>
                </a:solidFill>
                <a:latin typeface="Arial"/>
                <a:cs typeface="Arial"/>
              </a:rPr>
              <a:t>file</a:t>
            </a:r>
            <a:r>
              <a:rPr dirty="0" sz="3400" spc="-2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55">
                <a:solidFill>
                  <a:srgbClr val="030301"/>
                </a:solidFill>
                <a:latin typeface="Arial"/>
                <a:cs typeface="Arial"/>
              </a:rPr>
              <a:t>down,</a:t>
            </a:r>
            <a:r>
              <a:rPr dirty="0" sz="3400" spc="-2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00">
                <a:solidFill>
                  <a:srgbClr val="030301"/>
                </a:solidFill>
                <a:latin typeface="Arial"/>
                <a:cs typeface="Arial"/>
              </a:rPr>
              <a:t>many</a:t>
            </a:r>
            <a:r>
              <a:rPr dirty="0" sz="3400" spc="10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65">
                <a:solidFill>
                  <a:srgbClr val="030301"/>
                </a:solidFill>
                <a:latin typeface="Arial"/>
                <a:cs typeface="Arial"/>
              </a:rPr>
              <a:t>to</a:t>
            </a:r>
            <a:r>
              <a:rPr dirty="0" sz="3400" spc="34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50">
                <a:solidFill>
                  <a:srgbClr val="030301"/>
                </a:solidFill>
                <a:latin typeface="Arial"/>
                <a:cs typeface="Arial"/>
              </a:rPr>
              <a:t>go</a:t>
            </a:r>
            <a:r>
              <a:rPr dirty="0" sz="3400" spc="50">
                <a:solidFill>
                  <a:srgbClr val="18150E"/>
                </a:solidFill>
                <a:latin typeface="Arial"/>
                <a:cs typeface="Arial"/>
              </a:rPr>
              <a:t>...</a:t>
            </a:r>
            <a:r>
              <a:rPr dirty="0" sz="3400">
                <a:solidFill>
                  <a:srgbClr val="18150E"/>
                </a:solidFill>
                <a:latin typeface="Arial"/>
                <a:cs typeface="Arial"/>
              </a:rPr>
              <a:t>	</a:t>
            </a:r>
            <a:r>
              <a:rPr dirty="0" sz="3400">
                <a:solidFill>
                  <a:srgbClr val="030301"/>
                </a:solidFill>
                <a:latin typeface="Arial"/>
                <a:cs typeface="Arial"/>
              </a:rPr>
              <a:t>Your</a:t>
            </a:r>
            <a:r>
              <a:rPr dirty="0" sz="3400" spc="10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75">
                <a:solidFill>
                  <a:srgbClr val="030301"/>
                </a:solidFill>
                <a:latin typeface="Arial"/>
                <a:cs typeface="Arial"/>
              </a:rPr>
              <a:t>config</a:t>
            </a:r>
            <a:r>
              <a:rPr dirty="0" sz="3400" spc="4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80">
                <a:solidFill>
                  <a:srgbClr val="030301"/>
                </a:solidFill>
                <a:latin typeface="Arial"/>
                <a:cs typeface="Arial"/>
              </a:rPr>
              <a:t>drifts</a:t>
            </a:r>
            <a:r>
              <a:rPr dirty="0" sz="3400" spc="-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14">
                <a:solidFill>
                  <a:srgbClr val="030301"/>
                </a:solidFill>
                <a:latin typeface="Arial"/>
                <a:cs typeface="Arial"/>
              </a:rPr>
              <a:t>across</a:t>
            </a:r>
            <a:r>
              <a:rPr dirty="0" sz="3400" spc="6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14">
                <a:solidFill>
                  <a:srgbClr val="030301"/>
                </a:solidFill>
                <a:latin typeface="Arial"/>
                <a:cs typeface="Arial"/>
              </a:rPr>
              <a:t>every</a:t>
            </a:r>
            <a:r>
              <a:rPr dirty="0" sz="3400" spc="15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400" spc="100">
                <a:solidFill>
                  <a:srgbClr val="030301"/>
                </a:solidFill>
                <a:latin typeface="Arial"/>
                <a:cs typeface="Arial"/>
              </a:rPr>
              <a:t>tool...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7089" y="4206776"/>
            <a:ext cx="6458585" cy="554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50" spc="-275">
                <a:solidFill>
                  <a:srgbClr val="7C808A"/>
                </a:solidFill>
                <a:latin typeface="Courier New"/>
                <a:cs typeface="Courier New"/>
              </a:rPr>
              <a:t>//</a:t>
            </a:r>
            <a:r>
              <a:rPr dirty="0" sz="3450" spc="-370">
                <a:solidFill>
                  <a:srgbClr val="7C808A"/>
                </a:solidFill>
                <a:latin typeface="Courier New"/>
                <a:cs typeface="Courier New"/>
              </a:rPr>
              <a:t> </a:t>
            </a:r>
            <a:r>
              <a:rPr dirty="0" sz="3450" spc="-350">
                <a:solidFill>
                  <a:srgbClr val="7C808A"/>
                </a:solidFill>
                <a:latin typeface="Courier New"/>
                <a:cs typeface="Courier New"/>
              </a:rPr>
              <a:t>claude_desktop_conFig.json</a:t>
            </a:r>
            <a:endParaRPr sz="34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5445" y="4778903"/>
            <a:ext cx="178435" cy="518159"/>
          </a:xfrm>
          <a:custGeom>
            <a:avLst/>
            <a:gdLst/>
            <a:ahLst/>
            <a:cxnLst/>
            <a:rect l="l" t="t" r="r" b="b"/>
            <a:pathLst>
              <a:path w="178434" h="518160">
                <a:moveTo>
                  <a:pt x="178316" y="518079"/>
                </a:moveTo>
                <a:lnTo>
                  <a:pt x="0" y="518079"/>
                </a:lnTo>
                <a:lnTo>
                  <a:pt x="0" y="0"/>
                </a:lnTo>
                <a:lnTo>
                  <a:pt x="178316" y="0"/>
                </a:lnTo>
                <a:lnTo>
                  <a:pt x="178316" y="518079"/>
                </a:lnTo>
                <a:close/>
              </a:path>
            </a:pathLst>
          </a:custGeom>
          <a:solidFill>
            <a:srgbClr val="11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2745" y="4768486"/>
            <a:ext cx="13462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10">
                <a:solidFill>
                  <a:srgbClr val="CCD4DB"/>
                </a:solidFill>
                <a:latin typeface="Arial"/>
                <a:cs typeface="Arial"/>
              </a:rPr>
              <a:t>{</a:t>
            </a:r>
            <a:endParaRPr sz="3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97151" y="5590937"/>
            <a:ext cx="76835" cy="203835"/>
          </a:xfrm>
          <a:custGeom>
            <a:avLst/>
            <a:gdLst/>
            <a:ahLst/>
            <a:cxnLst/>
            <a:rect l="l" t="t" r="r" b="b"/>
            <a:pathLst>
              <a:path w="76835" h="203835">
                <a:moveTo>
                  <a:pt x="76421" y="203834"/>
                </a:moveTo>
                <a:lnTo>
                  <a:pt x="0" y="203834"/>
                </a:lnTo>
                <a:lnTo>
                  <a:pt x="0" y="0"/>
                </a:lnTo>
                <a:lnTo>
                  <a:pt x="76421" y="0"/>
                </a:lnTo>
                <a:lnTo>
                  <a:pt x="76421" y="203834"/>
                </a:lnTo>
                <a:close/>
              </a:path>
            </a:pathLst>
          </a:custGeom>
          <a:solidFill>
            <a:srgbClr val="11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4718" y="5864025"/>
            <a:ext cx="76835" cy="518159"/>
          </a:xfrm>
          <a:custGeom>
            <a:avLst/>
            <a:gdLst/>
            <a:ahLst/>
            <a:cxnLst/>
            <a:rect l="l" t="t" r="r" b="b"/>
            <a:pathLst>
              <a:path w="76835" h="518160">
                <a:moveTo>
                  <a:pt x="76421" y="518079"/>
                </a:moveTo>
                <a:lnTo>
                  <a:pt x="0" y="518079"/>
                </a:lnTo>
                <a:lnTo>
                  <a:pt x="0" y="0"/>
                </a:lnTo>
                <a:lnTo>
                  <a:pt x="76421" y="0"/>
                </a:lnTo>
                <a:lnTo>
                  <a:pt x="76421" y="518079"/>
                </a:lnTo>
                <a:close/>
              </a:path>
            </a:pathLst>
          </a:custGeom>
          <a:solidFill>
            <a:srgbClr val="11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24881" y="5362112"/>
            <a:ext cx="3533775" cy="9842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6200">
              <a:lnSpc>
                <a:spcPts val="2430"/>
              </a:lnSpc>
              <a:spcBef>
                <a:spcPts val="114"/>
              </a:spcBef>
            </a:pPr>
            <a:r>
              <a:rPr dirty="0" baseline="64814" sz="1800" spc="307">
                <a:solidFill>
                  <a:srgbClr val="B58CCA"/>
                </a:solidFill>
                <a:latin typeface="Arial"/>
                <a:cs typeface="Arial"/>
              </a:rPr>
              <a:t>11</a:t>
            </a:r>
            <a:r>
              <a:rPr dirty="0" sz="2900" spc="204">
                <a:solidFill>
                  <a:srgbClr val="B58CCA"/>
                </a:solidFill>
                <a:latin typeface="Arial"/>
                <a:cs typeface="Arial"/>
              </a:rPr>
              <a:t>mcpServers</a:t>
            </a:r>
            <a:r>
              <a:rPr dirty="0" baseline="60185" sz="1800" spc="307">
                <a:solidFill>
                  <a:srgbClr val="B58CCA"/>
                </a:solidFill>
                <a:latin typeface="Arial"/>
                <a:cs typeface="Arial"/>
              </a:rPr>
              <a:t>11</a:t>
            </a:r>
            <a:endParaRPr baseline="60185" sz="1800">
              <a:latin typeface="Arial"/>
              <a:cs typeface="Arial"/>
            </a:endParaRPr>
          </a:p>
          <a:p>
            <a:pPr algn="r" marR="333375">
              <a:lnSpc>
                <a:spcPts val="710"/>
              </a:lnSpc>
              <a:tabLst>
                <a:tab pos="360045" algn="l"/>
              </a:tabLst>
            </a:pPr>
            <a:r>
              <a:rPr dirty="0" sz="1200" spc="-50">
                <a:solidFill>
                  <a:srgbClr val="CCD4DB"/>
                </a:solidFill>
                <a:latin typeface="Arial"/>
                <a:cs typeface="Arial"/>
              </a:rPr>
              <a:t>:</a:t>
            </a:r>
            <a:r>
              <a:rPr dirty="0" sz="1200">
                <a:solidFill>
                  <a:srgbClr val="CCD4DB"/>
                </a:solidFill>
                <a:latin typeface="Arial"/>
                <a:cs typeface="Arial"/>
              </a:rPr>
              <a:t>	</a:t>
            </a:r>
            <a:r>
              <a:rPr dirty="0" sz="1200" spc="10">
                <a:solidFill>
                  <a:srgbClr val="93C8A1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algn="ctr" marL="474980">
              <a:lnSpc>
                <a:spcPct val="100000"/>
              </a:lnSpc>
              <a:spcBef>
                <a:spcPts val="730"/>
              </a:spcBef>
              <a:tabLst>
                <a:tab pos="2017395" algn="l"/>
                <a:tab pos="3356610" algn="l"/>
              </a:tabLst>
            </a:pPr>
            <a:r>
              <a:rPr dirty="0" sz="3050" spc="375">
                <a:solidFill>
                  <a:srgbClr val="B58CCA"/>
                </a:solidFill>
                <a:latin typeface="Arial"/>
                <a:cs typeface="Arial"/>
              </a:rPr>
              <a:t>llgitll</a:t>
            </a:r>
            <a:r>
              <a:rPr dirty="0" sz="3050" spc="375">
                <a:solidFill>
                  <a:srgbClr val="CCD4DB"/>
                </a:solidFill>
                <a:latin typeface="Arial"/>
                <a:cs typeface="Arial"/>
              </a:rPr>
              <a:t>:</a:t>
            </a:r>
            <a:r>
              <a:rPr dirty="0" sz="3050">
                <a:solidFill>
                  <a:srgbClr val="CCD4DB"/>
                </a:solidFill>
                <a:latin typeface="Arial"/>
                <a:cs typeface="Arial"/>
              </a:rPr>
              <a:t>	</a:t>
            </a:r>
            <a:r>
              <a:rPr dirty="0" sz="3050" spc="475">
                <a:solidFill>
                  <a:srgbClr val="93C8A1"/>
                </a:solidFill>
                <a:latin typeface="Arial"/>
                <a:cs typeface="Arial"/>
              </a:rPr>
              <a:t>{</a:t>
            </a:r>
            <a:r>
              <a:rPr dirty="0" sz="3050" spc="-125">
                <a:solidFill>
                  <a:srgbClr val="93C8A1"/>
                </a:solidFill>
                <a:latin typeface="Arial"/>
                <a:cs typeface="Arial"/>
              </a:rPr>
              <a:t> </a:t>
            </a:r>
            <a:r>
              <a:rPr dirty="0" sz="3050">
                <a:solidFill>
                  <a:srgbClr val="93C8A1"/>
                </a:solidFill>
                <a:latin typeface="Arial"/>
                <a:cs typeface="Arial"/>
              </a:rPr>
              <a:t>•</a:t>
            </a:r>
            <a:r>
              <a:rPr dirty="0" sz="3050" spc="45">
                <a:solidFill>
                  <a:srgbClr val="93C8A1"/>
                </a:solidFill>
                <a:latin typeface="Arial"/>
                <a:cs typeface="Arial"/>
              </a:rPr>
              <a:t> </a:t>
            </a:r>
            <a:r>
              <a:rPr dirty="0" sz="3050" spc="-250">
                <a:solidFill>
                  <a:srgbClr val="93C8A1"/>
                </a:solidFill>
                <a:latin typeface="Arial"/>
                <a:cs typeface="Arial"/>
              </a:rPr>
              <a:t>•</a:t>
            </a:r>
            <a:r>
              <a:rPr dirty="0" sz="3050" spc="30">
                <a:solidFill>
                  <a:srgbClr val="93C8A1"/>
                </a:solidFill>
                <a:latin typeface="Arial"/>
                <a:cs typeface="Arial"/>
              </a:rPr>
              <a:t> </a:t>
            </a:r>
            <a:r>
              <a:rPr dirty="0" sz="3050" spc="-50">
                <a:solidFill>
                  <a:srgbClr val="93C8A1"/>
                </a:solidFill>
                <a:latin typeface="Arial"/>
                <a:cs typeface="Arial"/>
              </a:rPr>
              <a:t>•</a:t>
            </a:r>
            <a:r>
              <a:rPr dirty="0" sz="3050">
                <a:solidFill>
                  <a:srgbClr val="93C8A1"/>
                </a:solidFill>
                <a:latin typeface="Arial"/>
                <a:cs typeface="Arial"/>
              </a:rPr>
              <a:t>	</a:t>
            </a:r>
            <a:r>
              <a:rPr dirty="0" sz="3050" spc="-50">
                <a:solidFill>
                  <a:srgbClr val="93C8A1"/>
                </a:solidFill>
                <a:latin typeface="Arial"/>
                <a:cs typeface="Arial"/>
              </a:rPr>
              <a:t>}</a:t>
            </a:r>
            <a:endParaRPr sz="3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0479" y="6377021"/>
            <a:ext cx="12573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80">
                <a:solidFill>
                  <a:srgbClr val="93C8A1"/>
                </a:solidFill>
                <a:latin typeface="Arial"/>
                <a:cs typeface="Arial"/>
              </a:rPr>
              <a:t>}</a:t>
            </a:r>
            <a:endParaRPr sz="3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37387" y="6923615"/>
            <a:ext cx="178435" cy="518159"/>
          </a:xfrm>
          <a:custGeom>
            <a:avLst/>
            <a:gdLst/>
            <a:ahLst/>
            <a:cxnLst/>
            <a:rect l="l" t="t" r="r" b="b"/>
            <a:pathLst>
              <a:path w="178434" h="518159">
                <a:moveTo>
                  <a:pt x="178316" y="518079"/>
                </a:moveTo>
                <a:lnTo>
                  <a:pt x="0" y="518079"/>
                </a:lnTo>
                <a:lnTo>
                  <a:pt x="0" y="0"/>
                </a:lnTo>
                <a:lnTo>
                  <a:pt x="178316" y="0"/>
                </a:lnTo>
                <a:lnTo>
                  <a:pt x="178316" y="518079"/>
                </a:lnTo>
                <a:close/>
              </a:path>
            </a:pathLst>
          </a:custGeom>
          <a:solidFill>
            <a:srgbClr val="11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4687" y="6913198"/>
            <a:ext cx="12573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80">
                <a:solidFill>
                  <a:srgbClr val="CCD4DB"/>
                </a:solidFill>
                <a:latin typeface="Arial"/>
                <a:cs typeface="Arial"/>
              </a:rPr>
              <a:t>}</a:t>
            </a:r>
            <a:endParaRPr sz="30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62305" marR="497840" indent="-650240">
              <a:lnSpc>
                <a:spcPct val="117500"/>
              </a:lnSpc>
              <a:spcBef>
                <a:spcPts val="45"/>
              </a:spcBef>
              <a:buChar char="•"/>
              <a:tabLst>
                <a:tab pos="662305" algn="l"/>
                <a:tab pos="668020" algn="l"/>
              </a:tabLst>
            </a:pPr>
            <a:r>
              <a:rPr dirty="0" sz="3300"/>
              <a:t>	</a:t>
            </a:r>
            <a:r>
              <a:rPr dirty="0" sz="3300" spc="180" b="1">
                <a:latin typeface="Arial"/>
                <a:cs typeface="Arial"/>
              </a:rPr>
              <a:t>3</a:t>
            </a:r>
            <a:r>
              <a:rPr dirty="0" sz="3300" spc="-40" b="1">
                <a:latin typeface="Arial"/>
                <a:cs typeface="Arial"/>
              </a:rPr>
              <a:t> </a:t>
            </a:r>
            <a:r>
              <a:rPr dirty="0" sz="3300" spc="135" b="1">
                <a:latin typeface="Arial"/>
                <a:cs typeface="Arial"/>
              </a:rPr>
              <a:t>Different</a:t>
            </a:r>
            <a:r>
              <a:rPr dirty="0" sz="3300" spc="-10" b="1">
                <a:latin typeface="Arial"/>
                <a:cs typeface="Arial"/>
              </a:rPr>
              <a:t> </a:t>
            </a:r>
            <a:r>
              <a:rPr dirty="0" sz="3300" spc="120" b="1">
                <a:latin typeface="Arial"/>
                <a:cs typeface="Arial"/>
              </a:rPr>
              <a:t>Claude</a:t>
            </a:r>
            <a:r>
              <a:rPr dirty="0" sz="3300" spc="-70" b="1">
                <a:latin typeface="Arial"/>
                <a:cs typeface="Arial"/>
              </a:rPr>
              <a:t> </a:t>
            </a:r>
            <a:r>
              <a:rPr dirty="0" sz="3300" spc="90" b="1">
                <a:latin typeface="Arial"/>
                <a:cs typeface="Arial"/>
              </a:rPr>
              <a:t>Configs: </a:t>
            </a:r>
            <a:r>
              <a:rPr dirty="0" spc="85"/>
              <a:t>Claude</a:t>
            </a:r>
            <a:r>
              <a:rPr dirty="0" spc="65"/>
              <a:t> </a:t>
            </a:r>
            <a:r>
              <a:rPr dirty="0" spc="125"/>
              <a:t>Desktop,</a:t>
            </a:r>
            <a:r>
              <a:rPr dirty="0" spc="-5"/>
              <a:t> </a:t>
            </a:r>
            <a:r>
              <a:rPr dirty="0" spc="85"/>
              <a:t>Claude</a:t>
            </a:r>
            <a:r>
              <a:rPr dirty="0" spc="60"/>
              <a:t> </a:t>
            </a:r>
            <a:r>
              <a:rPr dirty="0" spc="114"/>
              <a:t>Code </a:t>
            </a:r>
            <a:r>
              <a:rPr dirty="0"/>
              <a:t>(CLI},</a:t>
            </a:r>
            <a:r>
              <a:rPr dirty="0" spc="15"/>
              <a:t> </a:t>
            </a:r>
            <a:r>
              <a:rPr dirty="0" spc="85"/>
              <a:t>Claude</a:t>
            </a:r>
            <a:r>
              <a:rPr dirty="0" spc="-15"/>
              <a:t> </a:t>
            </a:r>
            <a:r>
              <a:rPr dirty="0" spc="65"/>
              <a:t>for</a:t>
            </a:r>
            <a:r>
              <a:rPr dirty="0" spc="409"/>
              <a:t> </a:t>
            </a:r>
            <a:r>
              <a:rPr dirty="0"/>
              <a:t>VS</a:t>
            </a:r>
            <a:r>
              <a:rPr dirty="0" spc="15"/>
              <a:t> </a:t>
            </a:r>
            <a:r>
              <a:rPr dirty="0" spc="95"/>
              <a:t>Code</a:t>
            </a:r>
            <a:endParaRPr sz="3300">
              <a:latin typeface="Arial"/>
              <a:cs typeface="Arial"/>
            </a:endParaRPr>
          </a:p>
          <a:p>
            <a:pPr marL="653415" marR="5080" indent="-641350">
              <a:lnSpc>
                <a:spcPts val="4830"/>
              </a:lnSpc>
              <a:spcBef>
                <a:spcPts val="95"/>
              </a:spcBef>
              <a:buFont typeface="Arial"/>
              <a:buChar char="•"/>
              <a:tabLst>
                <a:tab pos="665480" algn="l"/>
              </a:tabLst>
            </a:pPr>
            <a:r>
              <a:rPr dirty="0" sz="3300" spc="100" b="1">
                <a:latin typeface="Arial"/>
                <a:cs typeface="Arial"/>
              </a:rPr>
              <a:t>Plus</a:t>
            </a:r>
            <a:r>
              <a:rPr dirty="0" sz="3300" spc="-229" b="1">
                <a:latin typeface="Arial"/>
                <a:cs typeface="Arial"/>
              </a:rPr>
              <a:t> </a:t>
            </a:r>
            <a:r>
              <a:rPr dirty="0" sz="3300" spc="110" b="1">
                <a:latin typeface="Arial"/>
                <a:cs typeface="Arial"/>
              </a:rPr>
              <a:t>The</a:t>
            </a:r>
            <a:r>
              <a:rPr dirty="0" sz="3300" b="1">
                <a:latin typeface="Arial"/>
                <a:cs typeface="Arial"/>
              </a:rPr>
              <a:t> </a:t>
            </a:r>
            <a:r>
              <a:rPr dirty="0" sz="3300" spc="80" b="1">
                <a:latin typeface="Arial"/>
                <a:cs typeface="Arial"/>
              </a:rPr>
              <a:t>Rest:</a:t>
            </a:r>
            <a:r>
              <a:rPr dirty="0" sz="3300" spc="-100" b="1">
                <a:latin typeface="Arial"/>
                <a:cs typeface="Arial"/>
              </a:rPr>
              <a:t> </a:t>
            </a:r>
            <a:r>
              <a:rPr dirty="0" spc="75"/>
              <a:t>Cursor,</a:t>
            </a:r>
            <a:r>
              <a:rPr dirty="0" spc="10"/>
              <a:t> </a:t>
            </a:r>
            <a:r>
              <a:rPr dirty="0" spc="95"/>
              <a:t>Windsurf, </a:t>
            </a:r>
            <a:r>
              <a:rPr dirty="0" spc="95"/>
              <a:t>	</a:t>
            </a:r>
            <a:r>
              <a:rPr dirty="0" spc="90"/>
              <a:t>Kira,</a:t>
            </a:r>
            <a:r>
              <a:rPr dirty="0" spc="-40"/>
              <a:t> </a:t>
            </a:r>
            <a:r>
              <a:rPr dirty="0" spc="105"/>
              <a:t>Antigravity,</a:t>
            </a:r>
            <a:r>
              <a:rPr dirty="0" spc="165"/>
              <a:t> </a:t>
            </a:r>
            <a:r>
              <a:rPr dirty="0" spc="55"/>
              <a:t>Gemini</a:t>
            </a:r>
            <a:endParaRPr sz="3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6018" y="8579180"/>
            <a:ext cx="552323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b="1">
                <a:solidFill>
                  <a:srgbClr val="030301"/>
                </a:solidFill>
                <a:latin typeface="Arial"/>
                <a:cs typeface="Arial"/>
              </a:rPr>
              <a:t>It</a:t>
            </a:r>
            <a:r>
              <a:rPr dirty="0" sz="3300" spc="1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300" spc="160" b="1">
                <a:solidFill>
                  <a:srgbClr val="030301"/>
                </a:solidFill>
                <a:latin typeface="Arial"/>
                <a:cs typeface="Arial"/>
              </a:rPr>
              <a:t>Gets</a:t>
            </a:r>
            <a:r>
              <a:rPr dirty="0" sz="3300" spc="-18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300" spc="114" b="1">
                <a:solidFill>
                  <a:srgbClr val="030301"/>
                </a:solidFill>
                <a:latin typeface="Arial"/>
                <a:cs typeface="Arial"/>
              </a:rPr>
              <a:t>Complicated.</a:t>
            </a:r>
            <a:r>
              <a:rPr dirty="0" sz="3300" spc="-11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300" spc="120" b="1">
                <a:solidFill>
                  <a:srgbClr val="030301"/>
                </a:solidFill>
                <a:latin typeface="Arial"/>
                <a:cs typeface="Arial"/>
              </a:rPr>
              <a:t>Fast.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15" y="3064139"/>
            <a:ext cx="866110" cy="7404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1415" y="3370526"/>
            <a:ext cx="1299165" cy="1531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77327" y="3268398"/>
            <a:ext cx="789688" cy="382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3871" y="3932237"/>
            <a:ext cx="1197270" cy="2808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863680" y="2757751"/>
            <a:ext cx="0" cy="5541010"/>
          </a:xfrm>
          <a:custGeom>
            <a:avLst/>
            <a:gdLst/>
            <a:ahLst/>
            <a:cxnLst/>
            <a:rect l="l" t="t" r="r" b="b"/>
            <a:pathLst>
              <a:path w="0" h="5541009">
                <a:moveTo>
                  <a:pt x="0" y="554050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482180" y="3370526"/>
            <a:ext cx="611505" cy="153670"/>
          </a:xfrm>
          <a:custGeom>
            <a:avLst/>
            <a:gdLst/>
            <a:ahLst/>
            <a:cxnLst/>
            <a:rect l="l" t="t" r="r" b="b"/>
            <a:pathLst>
              <a:path w="611505" h="153670">
                <a:moveTo>
                  <a:pt x="0" y="0"/>
                </a:moveTo>
                <a:lnTo>
                  <a:pt x="611372" y="0"/>
                </a:lnTo>
                <a:lnTo>
                  <a:pt x="611372" y="153193"/>
                </a:lnTo>
                <a:lnTo>
                  <a:pt x="0" y="1531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05835" y="8451450"/>
            <a:ext cx="9183370" cy="408940"/>
          </a:xfrm>
          <a:custGeom>
            <a:avLst/>
            <a:gdLst/>
            <a:ahLst/>
            <a:cxnLst/>
            <a:rect l="l" t="t" r="r" b="b"/>
            <a:pathLst>
              <a:path w="9183369" h="408940">
                <a:moveTo>
                  <a:pt x="12736" y="408516"/>
                </a:moveTo>
                <a:lnTo>
                  <a:pt x="9183318" y="408516"/>
                </a:lnTo>
              </a:path>
              <a:path w="9183369" h="408940">
                <a:moveTo>
                  <a:pt x="0" y="382984"/>
                </a:moveTo>
                <a:lnTo>
                  <a:pt x="0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76797" y="510976"/>
            <a:ext cx="15332075" cy="1672589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7145" marR="5080" indent="-5080">
              <a:lnSpc>
                <a:spcPts val="6330"/>
              </a:lnSpc>
              <a:spcBef>
                <a:spcPts val="505"/>
              </a:spcBef>
            </a:pPr>
            <a:r>
              <a:rPr dirty="0" sz="5500" spc="-80">
                <a:solidFill>
                  <a:srgbClr val="010101"/>
                </a:solidFill>
              </a:rPr>
              <a:t>Enter</a:t>
            </a:r>
            <a:r>
              <a:rPr dirty="0" sz="5500" spc="-185">
                <a:solidFill>
                  <a:srgbClr val="010101"/>
                </a:solidFill>
              </a:rPr>
              <a:t> </a:t>
            </a:r>
            <a:r>
              <a:rPr dirty="0" sz="5500">
                <a:solidFill>
                  <a:srgbClr val="010101"/>
                </a:solidFill>
              </a:rPr>
              <a:t>MCP</a:t>
            </a:r>
            <a:r>
              <a:rPr dirty="0" sz="5500" spc="-430">
                <a:solidFill>
                  <a:srgbClr val="010101"/>
                </a:solidFill>
              </a:rPr>
              <a:t> </a:t>
            </a:r>
            <a:r>
              <a:rPr dirty="0" sz="5500" spc="-65">
                <a:solidFill>
                  <a:srgbClr val="010101"/>
                </a:solidFill>
              </a:rPr>
              <a:t>Config</a:t>
            </a:r>
            <a:r>
              <a:rPr dirty="0" sz="5500" spc="-315">
                <a:solidFill>
                  <a:srgbClr val="010101"/>
                </a:solidFill>
              </a:rPr>
              <a:t> </a:t>
            </a:r>
            <a:r>
              <a:rPr dirty="0" sz="5500">
                <a:solidFill>
                  <a:srgbClr val="010101"/>
                </a:solidFill>
              </a:rPr>
              <a:t>Manager:</a:t>
            </a:r>
            <a:r>
              <a:rPr dirty="0" sz="5500" spc="-310">
                <a:solidFill>
                  <a:srgbClr val="010101"/>
                </a:solidFill>
              </a:rPr>
              <a:t> </a:t>
            </a:r>
            <a:r>
              <a:rPr dirty="0" sz="5500" spc="-125">
                <a:solidFill>
                  <a:srgbClr val="010101"/>
                </a:solidFill>
              </a:rPr>
              <a:t>A</a:t>
            </a:r>
            <a:r>
              <a:rPr dirty="0" sz="5500" spc="-380">
                <a:solidFill>
                  <a:srgbClr val="010101"/>
                </a:solidFill>
              </a:rPr>
              <a:t> </a:t>
            </a:r>
            <a:r>
              <a:rPr dirty="0" sz="5500" spc="-20">
                <a:solidFill>
                  <a:srgbClr val="010101"/>
                </a:solidFill>
              </a:rPr>
              <a:t>Unified</a:t>
            </a:r>
            <a:r>
              <a:rPr dirty="0" sz="5500" spc="-245">
                <a:solidFill>
                  <a:srgbClr val="010101"/>
                </a:solidFill>
              </a:rPr>
              <a:t> </a:t>
            </a:r>
            <a:r>
              <a:rPr dirty="0" sz="5500" spc="-10">
                <a:solidFill>
                  <a:srgbClr val="010101"/>
                </a:solidFill>
              </a:rPr>
              <a:t>Interface </a:t>
            </a:r>
            <a:r>
              <a:rPr dirty="0" sz="5500">
                <a:solidFill>
                  <a:srgbClr val="010101"/>
                </a:solidFill>
              </a:rPr>
              <a:t>for</a:t>
            </a:r>
            <a:r>
              <a:rPr dirty="0" sz="5500" spc="-285">
                <a:solidFill>
                  <a:srgbClr val="010101"/>
                </a:solidFill>
              </a:rPr>
              <a:t> </a:t>
            </a:r>
            <a:r>
              <a:rPr dirty="0" sz="5500" spc="-80">
                <a:solidFill>
                  <a:srgbClr val="010101"/>
                </a:solidFill>
              </a:rPr>
              <a:t>All</a:t>
            </a:r>
            <a:r>
              <a:rPr dirty="0" sz="5500" spc="-325">
                <a:solidFill>
                  <a:srgbClr val="010101"/>
                </a:solidFill>
              </a:rPr>
              <a:t> </a:t>
            </a:r>
            <a:r>
              <a:rPr dirty="0" sz="5500" spc="-204">
                <a:solidFill>
                  <a:srgbClr val="010101"/>
                </a:solidFill>
              </a:rPr>
              <a:t>Your</a:t>
            </a:r>
            <a:r>
              <a:rPr dirty="0" sz="5500" spc="-140">
                <a:solidFill>
                  <a:srgbClr val="010101"/>
                </a:solidFill>
              </a:rPr>
              <a:t> </a:t>
            </a:r>
            <a:r>
              <a:rPr dirty="0" sz="5500" spc="-65">
                <a:solidFill>
                  <a:srgbClr val="010101"/>
                </a:solidFill>
              </a:rPr>
              <a:t>Al</a:t>
            </a:r>
            <a:r>
              <a:rPr dirty="0" sz="5500" spc="-434">
                <a:solidFill>
                  <a:srgbClr val="010101"/>
                </a:solidFill>
              </a:rPr>
              <a:t> </a:t>
            </a:r>
            <a:r>
              <a:rPr dirty="0" sz="5500" spc="-10">
                <a:solidFill>
                  <a:srgbClr val="010101"/>
                </a:solidFill>
              </a:rPr>
              <a:t>Tools.</a:t>
            </a:r>
            <a:endParaRPr sz="5500"/>
          </a:p>
        </p:txBody>
      </p:sp>
      <p:sp>
        <p:nvSpPr>
          <p:cNvPr id="10" name="object 10"/>
          <p:cNvSpPr txBox="1"/>
          <p:nvPr/>
        </p:nvSpPr>
        <p:spPr>
          <a:xfrm>
            <a:off x="1823044" y="2891862"/>
            <a:ext cx="5052695" cy="10445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10795">
              <a:lnSpc>
                <a:spcPts val="4020"/>
              </a:lnSpc>
              <a:spcBef>
                <a:spcPts val="180"/>
              </a:spcBef>
            </a:pPr>
            <a:r>
              <a:rPr dirty="0" sz="3350" spc="-90" b="1">
                <a:solidFill>
                  <a:srgbClr val="010101"/>
                </a:solidFill>
                <a:latin typeface="Arial"/>
                <a:cs typeface="Arial"/>
              </a:rPr>
              <a:t>Visual</a:t>
            </a:r>
            <a:r>
              <a:rPr dirty="0" sz="3350" spc="-19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350" spc="-105" b="1">
                <a:solidFill>
                  <a:srgbClr val="010101"/>
                </a:solidFill>
                <a:latin typeface="Arial"/>
                <a:cs typeface="Arial"/>
              </a:rPr>
              <a:t>Validation:</a:t>
            </a:r>
            <a:r>
              <a:rPr dirty="0" sz="3350" spc="-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75">
                <a:solidFill>
                  <a:srgbClr val="010101"/>
                </a:solidFill>
                <a:latin typeface="Arial"/>
                <a:cs typeface="Arial"/>
              </a:rPr>
              <a:t>No</a:t>
            </a:r>
            <a:r>
              <a:rPr dirty="0" sz="3150" spc="-3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-20">
                <a:solidFill>
                  <a:srgbClr val="010101"/>
                </a:solidFill>
                <a:latin typeface="Arial"/>
                <a:cs typeface="Arial"/>
              </a:rPr>
              <a:t>more </a:t>
            </a:r>
            <a:r>
              <a:rPr dirty="0" sz="3150">
                <a:solidFill>
                  <a:srgbClr val="010101"/>
                </a:solidFill>
                <a:latin typeface="Arial"/>
                <a:cs typeface="Arial"/>
              </a:rPr>
              <a:t>JSON</a:t>
            </a:r>
            <a:r>
              <a:rPr dirty="0" sz="3150" spc="-5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75">
                <a:solidFill>
                  <a:srgbClr val="010101"/>
                </a:solidFill>
                <a:latin typeface="Arial"/>
                <a:cs typeface="Arial"/>
              </a:rPr>
              <a:t>syntax</a:t>
            </a:r>
            <a:r>
              <a:rPr dirty="0" sz="315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50">
                <a:solidFill>
                  <a:srgbClr val="010101"/>
                </a:solidFill>
                <a:latin typeface="Arial"/>
                <a:cs typeface="Arial"/>
              </a:rPr>
              <a:t>errors.</a:t>
            </a:r>
            <a:endParaRPr sz="3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1278" y="2476963"/>
            <a:ext cx="2146935" cy="6451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19405" algn="l"/>
              </a:tabLst>
            </a:pPr>
            <a:r>
              <a:rPr dirty="0" sz="3000">
                <a:solidFill>
                  <a:srgbClr val="DB5D59"/>
                </a:solidFill>
                <a:latin typeface="Times New Roman"/>
                <a:cs typeface="Times New Roman"/>
              </a:rPr>
              <a:t>•	</a:t>
            </a:r>
            <a:r>
              <a:rPr dirty="0" sz="2800" spc="-50">
                <a:solidFill>
                  <a:srgbClr val="42BA50"/>
                </a:solidFill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dirty="0" sz="1250">
                <a:solidFill>
                  <a:srgbClr val="1C1C1C"/>
                </a:solidFill>
                <a:latin typeface="Arial"/>
                <a:cs typeface="Arial"/>
              </a:rPr>
              <a:t>MCP</a:t>
            </a:r>
            <a:r>
              <a:rPr dirty="0" sz="1250" spc="-14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F2F2F"/>
                </a:solidFill>
                <a:latin typeface="Arial"/>
                <a:cs typeface="Arial"/>
              </a:rPr>
              <a:t>Configuration</a:t>
            </a:r>
            <a:r>
              <a:rPr dirty="0" sz="1250" spc="9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1C1C1C"/>
                </a:solidFill>
                <a:latin typeface="Arial"/>
                <a:cs typeface="Arial"/>
              </a:rPr>
              <a:t>Manager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63847" y="3976984"/>
            <a:ext cx="8724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50">
                <a:solidFill>
                  <a:srgbClr val="464646"/>
                </a:solidFill>
                <a:latin typeface="Arial"/>
                <a:cs typeface="Arial"/>
              </a:rPr>
              <a:t>MCP</a:t>
            </a:r>
            <a:r>
              <a:rPr dirty="0" sz="1050" spc="-1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464646"/>
                </a:solidFill>
                <a:latin typeface="Arial"/>
                <a:cs typeface="Arial"/>
              </a:rPr>
              <a:t>Servers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34121" y="3338677"/>
            <a:ext cx="41020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464646"/>
                </a:solidFill>
                <a:latin typeface="Times New Roman"/>
                <a:cs typeface="Times New Roman"/>
              </a:rPr>
              <a:t>Scape: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63680" y="2636539"/>
            <a:ext cx="90741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5B5D5D"/>
                </a:solidFill>
                <a:latin typeface="Arial"/>
                <a:cs typeface="Arial"/>
              </a:rPr>
              <a:t>My</a:t>
            </a:r>
            <a:r>
              <a:rPr dirty="0" sz="750" spc="114">
                <a:solidFill>
                  <a:srgbClr val="5B5D5D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64646"/>
                </a:solidFill>
                <a:latin typeface="Arial"/>
                <a:cs typeface="Arial"/>
              </a:rPr>
              <a:t>MCP</a:t>
            </a:r>
            <a:r>
              <a:rPr dirty="0" sz="750" spc="8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750" spc="125">
                <a:solidFill>
                  <a:srgbClr val="464646"/>
                </a:solidFill>
                <a:latin typeface="Arial"/>
                <a:cs typeface="Arial"/>
              </a:rPr>
              <a:t>Man�o,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460913" y="3510953"/>
            <a:ext cx="624205" cy="0"/>
          </a:xfrm>
          <a:custGeom>
            <a:avLst/>
            <a:gdLst/>
            <a:ahLst/>
            <a:cxnLst/>
            <a:rect l="l" t="t" r="r" b="b"/>
            <a:pathLst>
              <a:path w="624205" h="0">
                <a:moveTo>
                  <a:pt x="0" y="0"/>
                </a:moveTo>
                <a:lnTo>
                  <a:pt x="624105" y="0"/>
                </a:lnTo>
              </a:path>
            </a:pathLst>
          </a:custGeom>
          <a:ln w="12766">
            <a:solidFill>
              <a:srgbClr val="5B4F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158521" y="3230165"/>
            <a:ext cx="148653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2260" algn="l"/>
              </a:tabLst>
            </a:pPr>
            <a:r>
              <a:rPr dirty="0" sz="1150" spc="160" b="1">
                <a:solidFill>
                  <a:srgbClr val="6D6D6D"/>
                </a:solidFill>
                <a:latin typeface="Times New Roman"/>
                <a:cs typeface="Times New Roman"/>
              </a:rPr>
              <a:t>0</a:t>
            </a:r>
            <a:r>
              <a:rPr dirty="0" sz="1150" b="1">
                <a:solidFill>
                  <a:srgbClr val="6D6D6D"/>
                </a:solidFill>
                <a:latin typeface="Times New Roman"/>
                <a:cs typeface="Times New Roman"/>
              </a:rPr>
              <a:t>	</a:t>
            </a:r>
            <a:r>
              <a:rPr dirty="0" sz="2100" spc="-75" b="1">
                <a:solidFill>
                  <a:srgbClr val="5B4FE2"/>
                </a:solidFill>
                <a:latin typeface="Times New Roman"/>
                <a:cs typeface="Times New Roman"/>
              </a:rPr>
              <a:t>fj8@1</a:t>
            </a:r>
            <a:r>
              <a:rPr dirty="0" sz="2100" spc="-100" b="1">
                <a:solidFill>
                  <a:srgbClr val="5B4FE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6D6D6D"/>
                </a:solidFill>
                <a:latin typeface="Times New Roman"/>
                <a:cs typeface="Times New Roman"/>
              </a:rPr>
              <a:t>•</a:t>
            </a:r>
            <a:r>
              <a:rPr dirty="0" sz="2100" spc="8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5B5D5D"/>
                </a:solidFill>
                <a:latin typeface="Arial"/>
                <a:cs typeface="Arial"/>
              </a:rPr>
              <a:t>vnual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53794" y="3357826"/>
            <a:ext cx="33210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6D6D6D"/>
                </a:solidFill>
                <a:latin typeface="Times New Roman"/>
                <a:cs typeface="Times New Roman"/>
              </a:rPr>
              <a:t>Q_</a:t>
            </a:r>
            <a:r>
              <a:rPr dirty="0" sz="900" spc="7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900" spc="-70">
                <a:solidFill>
                  <a:srgbClr val="6D6D6D"/>
                </a:solidFill>
                <a:latin typeface="Times New Roman"/>
                <a:cs typeface="Times New Roman"/>
              </a:rPr>
              <a:t>�r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05227" y="3364209"/>
            <a:ext cx="1358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6D6D6D"/>
                </a:solidFill>
                <a:latin typeface="Arial"/>
                <a:cs typeface="Arial"/>
              </a:rPr>
              <a:t>@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93137" y="3313145"/>
            <a:ext cx="93916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6555" algn="l"/>
              </a:tabLst>
            </a:pPr>
            <a:r>
              <a:rPr dirty="0" sz="1200" spc="-50">
                <a:solidFill>
                  <a:srgbClr val="5B5D5D"/>
                </a:solidFill>
                <a:latin typeface="Arial"/>
                <a:cs typeface="Arial"/>
              </a:rPr>
              <a:t>©</a:t>
            </a:r>
            <a:r>
              <a:rPr dirty="0" sz="1200">
                <a:solidFill>
                  <a:srgbClr val="5B5D5D"/>
                </a:solidFill>
                <a:latin typeface="Arial"/>
                <a:cs typeface="Arial"/>
              </a:rPr>
              <a:t>	</a:t>
            </a:r>
            <a:r>
              <a:rPr dirty="0" sz="1250">
                <a:solidFill>
                  <a:srgbClr val="6D6D6D"/>
                </a:solidFill>
                <a:latin typeface="Times New Roman"/>
                <a:cs typeface="Times New Roman"/>
              </a:rPr>
              <a:t>O</a:t>
            </a:r>
            <a:r>
              <a:rPr dirty="0" sz="1250" spc="21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464646"/>
                </a:solidFill>
                <a:latin typeface="Times New Roman"/>
                <a:cs typeface="Times New Roman"/>
              </a:rPr>
              <a:t>Pteflles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46335" y="4494014"/>
            <a:ext cx="4654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5">
                <a:solidFill>
                  <a:srgbClr val="464646"/>
                </a:solidFill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34237" y="4513163"/>
            <a:ext cx="106553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60">
                <a:solidFill>
                  <a:srgbClr val="2F2F2F"/>
                </a:solidFill>
                <a:latin typeface="Arial"/>
                <a:cs typeface="Arial"/>
              </a:rPr>
              <a:t>TYPE</a:t>
            </a:r>
            <a:r>
              <a:rPr dirty="0" sz="850" spc="60">
                <a:solidFill>
                  <a:srgbClr val="464646"/>
                </a:solidFill>
                <a:latin typeface="Arial"/>
                <a:cs typeface="Arial"/>
              </a:rPr>
              <a:t>&amp;</a:t>
            </a:r>
            <a:r>
              <a:rPr dirty="0" sz="850" spc="-6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850" spc="40">
                <a:solidFill>
                  <a:srgbClr val="464646"/>
                </a:solidFill>
                <a:latin typeface="Arial"/>
                <a:cs typeface="Arial"/>
              </a:rPr>
              <a:t>COMMAND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73013" y="4513163"/>
            <a:ext cx="96075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464646"/>
                </a:solidFill>
                <a:latin typeface="Arial"/>
                <a:cs typeface="Arial"/>
              </a:rPr>
              <a:t>CONF</a:t>
            </a:r>
            <a:r>
              <a:rPr dirty="0" sz="850" spc="-1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dirty="0" sz="850" spc="-10">
                <a:solidFill>
                  <a:srgbClr val="464646"/>
                </a:solidFill>
                <a:latin typeface="Arial"/>
                <a:cs typeface="Arial"/>
              </a:rPr>
              <a:t>GURATION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20822" y="4513163"/>
            <a:ext cx="52895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464646"/>
                </a:solidFill>
                <a:latin typeface="Arial"/>
                <a:cs typeface="Arial"/>
              </a:rPr>
              <a:t>ACT</a:t>
            </a:r>
            <a:r>
              <a:rPr dirty="0" sz="850" spc="-1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dirty="0" sz="850" spc="-10">
                <a:solidFill>
                  <a:srgbClr val="464646"/>
                </a:solidFill>
                <a:latin typeface="Arial"/>
                <a:cs typeface="Arial"/>
              </a:rPr>
              <a:t>ONS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2709" y="4519547"/>
            <a:ext cx="749300" cy="2673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35"/>
              </a:spcBef>
            </a:pPr>
            <a:r>
              <a:rPr dirty="0" sz="6900" spc="100">
                <a:solidFill>
                  <a:srgbClr val="413FB3"/>
                </a:solidFill>
                <a:latin typeface="Arial"/>
                <a:cs typeface="Arial"/>
              </a:rPr>
              <a:t>0</a:t>
            </a:r>
            <a:endParaRPr sz="6900">
              <a:latin typeface="Arial"/>
              <a:cs typeface="Arial"/>
            </a:endParaRPr>
          </a:p>
          <a:p>
            <a:pPr marL="12700">
              <a:lnSpc>
                <a:spcPts val="3379"/>
              </a:lnSpc>
              <a:spcBef>
                <a:spcPts val="5775"/>
              </a:spcBef>
            </a:pPr>
            <a:r>
              <a:rPr dirty="0" sz="3200" spc="-25" b="1">
                <a:solidFill>
                  <a:srgbClr val="413FB3"/>
                </a:solidFill>
                <a:latin typeface="Arial"/>
                <a:cs typeface="Arial"/>
              </a:rPr>
              <a:t>DD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379"/>
              </a:lnSpc>
            </a:pPr>
            <a:r>
              <a:rPr dirty="0" sz="3200" spc="-100" b="1">
                <a:solidFill>
                  <a:srgbClr val="413FB3"/>
                </a:solidFill>
                <a:latin typeface="Arial"/>
                <a:cs typeface="Arial"/>
              </a:rPr>
              <a:t>Dim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4098" y="4551462"/>
            <a:ext cx="4846955" cy="10445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9050" marR="5080" indent="-6985">
              <a:lnSpc>
                <a:spcPts val="4020"/>
              </a:lnSpc>
              <a:spcBef>
                <a:spcPts val="180"/>
              </a:spcBef>
            </a:pPr>
            <a:r>
              <a:rPr dirty="0" sz="3350" spc="-95" b="1">
                <a:solidFill>
                  <a:srgbClr val="010101"/>
                </a:solidFill>
                <a:latin typeface="Arial"/>
                <a:cs typeface="Arial"/>
              </a:rPr>
              <a:t>Cross-</a:t>
            </a:r>
            <a:r>
              <a:rPr dirty="0" sz="3350" spc="-30" b="1">
                <a:solidFill>
                  <a:srgbClr val="010101"/>
                </a:solidFill>
                <a:latin typeface="Arial"/>
                <a:cs typeface="Arial"/>
              </a:rPr>
              <a:t>Client</a:t>
            </a:r>
            <a:r>
              <a:rPr dirty="0" sz="3350" spc="-13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350" spc="-114" b="1">
                <a:solidFill>
                  <a:srgbClr val="010101"/>
                </a:solidFill>
                <a:latin typeface="Arial"/>
                <a:cs typeface="Arial"/>
              </a:rPr>
              <a:t>Sync:</a:t>
            </a:r>
            <a:r>
              <a:rPr dirty="0" sz="3350" spc="-22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40">
                <a:solidFill>
                  <a:srgbClr val="010101"/>
                </a:solidFill>
                <a:latin typeface="Arial"/>
                <a:cs typeface="Arial"/>
              </a:rPr>
              <a:t>Write </a:t>
            </a:r>
            <a:r>
              <a:rPr dirty="0" baseline="-1763" sz="4725" spc="104">
                <a:solidFill>
                  <a:srgbClr val="010101"/>
                </a:solidFill>
                <a:latin typeface="Arial"/>
                <a:cs typeface="Arial"/>
              </a:rPr>
              <a:t>once,</a:t>
            </a:r>
            <a:r>
              <a:rPr dirty="0" baseline="-1763" sz="4725" spc="-67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90">
                <a:solidFill>
                  <a:srgbClr val="010101"/>
                </a:solidFill>
                <a:latin typeface="Arial"/>
                <a:cs typeface="Arial"/>
              </a:rPr>
              <a:t>update</a:t>
            </a:r>
            <a:r>
              <a:rPr dirty="0" sz="3150" spc="1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45">
                <a:solidFill>
                  <a:srgbClr val="010101"/>
                </a:solidFill>
                <a:latin typeface="Arial"/>
                <a:cs typeface="Arial"/>
              </a:rPr>
              <a:t>everywhere.</a:t>
            </a:r>
            <a:endParaRPr sz="3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23431" y="4869907"/>
            <a:ext cx="1814830" cy="451484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660"/>
              </a:spcBef>
            </a:pPr>
            <a:r>
              <a:rPr dirty="0" sz="1000" spc="-25">
                <a:solidFill>
                  <a:srgbClr val="2F2F2F"/>
                </a:solidFill>
                <a:latin typeface="Arial"/>
                <a:cs typeface="Arial"/>
              </a:rPr>
              <a:t>n</a:t>
            </a:r>
            <a:r>
              <a:rPr dirty="0" sz="1000" spc="-25">
                <a:solidFill>
                  <a:srgbClr val="5B5D5D"/>
                </a:solidFill>
                <a:latin typeface="Arial"/>
                <a:cs typeface="Arial"/>
              </a:rPr>
              <a:t>px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00">
                <a:solidFill>
                  <a:srgbClr val="6D6D6D"/>
                </a:solidFill>
                <a:latin typeface="Arial"/>
                <a:cs typeface="Arial"/>
              </a:rPr>
              <a:t>·y</a:t>
            </a:r>
            <a:r>
              <a:rPr dirty="0" sz="900" spc="-2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750" spc="260">
                <a:solidFill>
                  <a:srgbClr val="6D6D6D"/>
                </a:solidFill>
                <a:latin typeface="Arial"/>
                <a:cs typeface="Arial"/>
              </a:rPr>
              <a:t>$W�-</a:t>
            </a:r>
            <a:r>
              <a:rPr dirty="0" sz="750" spc="120">
                <a:solidFill>
                  <a:srgbClr val="6D6D6D"/>
                </a:solidFill>
                <a:latin typeface="Arial"/>
                <a:cs typeface="Arial"/>
              </a:rPr>
              <a:t>e'}de,kttp.tCfffllln&lt;ief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47360" y="5023808"/>
            <a:ext cx="91186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10">
                <a:solidFill>
                  <a:srgbClr val="1C1C1C"/>
                </a:solidFill>
                <a:latin typeface="Arial"/>
                <a:cs typeface="Arial"/>
              </a:rPr>
              <a:t>de</a:t>
            </a:r>
            <a:r>
              <a:rPr dirty="0" sz="1150" spc="-10">
                <a:solidFill>
                  <a:srgbClr val="464646"/>
                </a:solidFill>
                <a:latin typeface="Arial"/>
                <a:cs typeface="Arial"/>
              </a:rPr>
              <a:t>sktop_mcp</a:t>
            </a:r>
            <a:endParaRPr sz="1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278592" y="5062107"/>
            <a:ext cx="53022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solidFill>
                  <a:srgbClr val="464646"/>
                </a:solidFill>
                <a:latin typeface="Arial"/>
                <a:cs typeface="Arial"/>
              </a:rPr>
              <a:t>AIV•</a:t>
            </a:r>
            <a:r>
              <a:rPr dirty="0" sz="850">
                <a:solidFill>
                  <a:srgbClr val="6D6D6D"/>
                </a:solidFill>
                <a:latin typeface="Arial"/>
                <a:cs typeface="Arial"/>
              </a:rPr>
              <a:t>:·</a:t>
            </a:r>
            <a:r>
              <a:rPr dirty="0" sz="850">
                <a:solidFill>
                  <a:srgbClr val="010101"/>
                </a:solidFill>
                <a:latin typeface="Arial"/>
                <a:cs typeface="Arial"/>
              </a:rPr>
              <a:t>·</a:t>
            </a:r>
            <a:r>
              <a:rPr dirty="0" sz="850">
                <a:solidFill>
                  <a:srgbClr val="464646"/>
                </a:solidFill>
                <a:latin typeface="Arial"/>
                <a:cs typeface="Arial"/>
              </a:rPr>
              <a:t>y-</a:t>
            </a:r>
            <a:r>
              <a:rPr dirty="0" sz="850" spc="-50">
                <a:solidFill>
                  <a:srgbClr val="6D6D6D"/>
                </a:solidFill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946757" y="5030191"/>
            <a:ext cx="73596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5910" algn="l"/>
                <a:tab pos="594995" algn="l"/>
              </a:tabLst>
            </a:pPr>
            <a:r>
              <a:rPr dirty="0" sz="1200" spc="5">
                <a:solidFill>
                  <a:srgbClr val="9A9EA7"/>
                </a:solidFill>
                <a:latin typeface="Arial"/>
                <a:cs typeface="Arial"/>
              </a:rPr>
              <a:t>0</a:t>
            </a:r>
            <a:r>
              <a:rPr dirty="0" sz="1200">
                <a:solidFill>
                  <a:srgbClr val="9A9EA7"/>
                </a:solidFill>
                <a:latin typeface="Arial"/>
                <a:cs typeface="Arial"/>
              </a:rPr>
              <a:t>	</a:t>
            </a:r>
            <a:r>
              <a:rPr dirty="0" sz="1000" spc="30">
                <a:solidFill>
                  <a:srgbClr val="9A9EA7"/>
                </a:solidFill>
                <a:latin typeface="Arial"/>
                <a:cs typeface="Arial"/>
              </a:rPr>
              <a:t>�</a:t>
            </a:r>
            <a:r>
              <a:rPr dirty="0" sz="1000">
                <a:solidFill>
                  <a:srgbClr val="9A9EA7"/>
                </a:solidFill>
                <a:latin typeface="Arial"/>
                <a:cs typeface="Arial"/>
              </a:rPr>
              <a:t>	</a:t>
            </a:r>
            <a:r>
              <a:rPr dirty="0" sz="1200" spc="-25">
                <a:solidFill>
                  <a:srgbClr val="9A9EA7"/>
                </a:solidFill>
                <a:latin typeface="Arial"/>
                <a:cs typeface="Arial"/>
              </a:rPr>
              <a:t>l!I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28322" y="5522064"/>
            <a:ext cx="1737995" cy="61658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000" spc="-20">
                <a:solidFill>
                  <a:srgbClr val="464646"/>
                </a:solidFill>
                <a:latin typeface="Arial"/>
                <a:cs typeface="Arial"/>
              </a:rPr>
              <a:t>neoe</a:t>
            </a:r>
            <a:endParaRPr sz="10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555"/>
              </a:spcBef>
            </a:pPr>
            <a:r>
              <a:rPr dirty="0" sz="850" spc="-10">
                <a:solidFill>
                  <a:srgbClr val="6D6D6D"/>
                </a:solidFill>
                <a:latin typeface="Arial"/>
                <a:cs typeface="Arial"/>
              </a:rPr>
              <a:t>/Urft"cftiilsniswsen/�pscdd,ape-</a:t>
            </a:r>
            <a:endParaRPr sz="8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40"/>
              </a:spcBef>
            </a:pPr>
            <a:r>
              <a:rPr dirty="0" sz="900" spc="200">
                <a:solidFill>
                  <a:srgbClr val="5B5D5D"/>
                </a:solidFill>
                <a:latin typeface="Arial"/>
                <a:cs typeface="Arial"/>
              </a:rPr>
              <a:t>cGttl'OI�"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74094" y="5604669"/>
            <a:ext cx="1987550" cy="482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875">
              <a:lnSpc>
                <a:spcPts val="1070"/>
              </a:lnSpc>
              <a:spcBef>
                <a:spcPts val="105"/>
              </a:spcBef>
            </a:pPr>
            <a:r>
              <a:rPr dirty="0" sz="900" spc="70">
                <a:solidFill>
                  <a:srgbClr val="2F2F2F"/>
                </a:solidFill>
                <a:latin typeface="Times New Roman"/>
                <a:cs typeface="Times New Roman"/>
              </a:rPr>
              <a:t>At</a:t>
            </a:r>
            <a:r>
              <a:rPr dirty="0" sz="900" spc="70">
                <a:solidFill>
                  <a:srgbClr val="5B5D5D"/>
                </a:solidFill>
                <a:latin typeface="Times New Roman"/>
                <a:cs typeface="Times New Roman"/>
              </a:rPr>
              <a:t>gc:/lkfflR!risnd:rw�pace,/th,pe-</a:t>
            </a:r>
            <a:r>
              <a:rPr dirty="0" sz="900" spc="-50">
                <a:solidFill>
                  <a:srgbClr val="5B5D5D"/>
                </a:solidFill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010"/>
              </a:lnSpc>
            </a:pPr>
            <a:r>
              <a:rPr dirty="0" sz="850" spc="-10">
                <a:solidFill>
                  <a:srgbClr val="464646"/>
                </a:solidFill>
                <a:latin typeface="Arial"/>
                <a:cs typeface="Arial"/>
              </a:rPr>
              <a:t>cctldCIGtllndnrJs</a:t>
            </a:r>
            <a:endParaRPr sz="8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434"/>
              </a:spcBef>
            </a:pPr>
            <a:r>
              <a:rPr dirty="0" sz="900">
                <a:solidFill>
                  <a:srgbClr val="464646"/>
                </a:solidFill>
                <a:latin typeface="Times New Roman"/>
                <a:cs typeface="Times New Roman"/>
              </a:rPr>
              <a:t>Env:</a:t>
            </a:r>
            <a:r>
              <a:rPr dirty="0" sz="900" spc="19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7C8CA3"/>
                </a:solidFill>
                <a:latin typeface="Times New Roman"/>
                <a:cs typeface="Times New Roman"/>
              </a:rPr>
              <a:t>N08E.fNV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47654" y="5764245"/>
            <a:ext cx="59372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64646"/>
                </a:solidFill>
                <a:latin typeface="Arial"/>
                <a:cs typeface="Arial"/>
              </a:rPr>
              <a:t>shi</a:t>
            </a:r>
            <a:r>
              <a:rPr dirty="0" sz="1150">
                <a:solidFill>
                  <a:srgbClr val="1C1C1C"/>
                </a:solidFill>
                <a:latin typeface="Arial"/>
                <a:cs typeface="Arial"/>
              </a:rPr>
              <a:t>p</a:t>
            </a:r>
            <a:r>
              <a:rPr dirty="0" sz="115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dirty="0" sz="1150" spc="-25">
                <a:solidFill>
                  <a:srgbClr val="464646"/>
                </a:solidFill>
                <a:latin typeface="Arial"/>
                <a:cs typeface="Arial"/>
              </a:rPr>
              <a:t>ape</a:t>
            </a:r>
            <a:endParaRPr sz="11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939556" y="5751479"/>
            <a:ext cx="39370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3055" algn="l"/>
              </a:tabLst>
            </a:pPr>
            <a:r>
              <a:rPr dirty="0" sz="1150" spc="-25">
                <a:solidFill>
                  <a:srgbClr val="9A9EA7"/>
                </a:solidFill>
                <a:latin typeface="Arial"/>
                <a:cs typeface="Arial"/>
              </a:rPr>
              <a:t>IZl</a:t>
            </a:r>
            <a:r>
              <a:rPr dirty="0" sz="1150">
                <a:solidFill>
                  <a:srgbClr val="9A9EA7"/>
                </a:solidFill>
                <a:latin typeface="Arial"/>
                <a:cs typeface="Arial"/>
              </a:rPr>
              <a:t>	</a:t>
            </a:r>
            <a:r>
              <a:rPr dirty="0" sz="1050" spc="-50">
                <a:solidFill>
                  <a:srgbClr val="9A9EA7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531985" y="5777011"/>
            <a:ext cx="1193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solidFill>
                  <a:srgbClr val="9A9EA7"/>
                </a:solidFill>
                <a:latin typeface="Arial"/>
                <a:cs typeface="Arial"/>
              </a:rPr>
              <a:t>G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19219" y="6173046"/>
            <a:ext cx="5371465" cy="109537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3350" spc="-100" b="1">
                <a:solidFill>
                  <a:srgbClr val="010101"/>
                </a:solidFill>
                <a:latin typeface="Arial"/>
                <a:cs typeface="Arial"/>
              </a:rPr>
              <a:t>Server</a:t>
            </a:r>
            <a:r>
              <a:rPr dirty="0" sz="3350" spc="-4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350" spc="-114" b="1">
                <a:solidFill>
                  <a:srgbClr val="010101"/>
                </a:solidFill>
                <a:latin typeface="Arial"/>
                <a:cs typeface="Arial"/>
              </a:rPr>
              <a:t>Library:</a:t>
            </a:r>
            <a:r>
              <a:rPr dirty="0" sz="3350" spc="4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10101"/>
                </a:solidFill>
                <a:latin typeface="Arial"/>
                <a:cs typeface="Arial"/>
              </a:rPr>
              <a:t>Discover</a:t>
            </a:r>
            <a:r>
              <a:rPr dirty="0" sz="3150" spc="18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200" spc="-50">
                <a:solidFill>
                  <a:srgbClr val="010101"/>
                </a:solidFill>
                <a:latin typeface="Arial"/>
                <a:cs typeface="Arial"/>
              </a:rPr>
              <a:t>&amp;</a:t>
            </a:r>
            <a:endParaRPr sz="32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00"/>
              </a:spcBef>
            </a:pPr>
            <a:r>
              <a:rPr dirty="0" sz="3150" spc="60">
                <a:solidFill>
                  <a:srgbClr val="010101"/>
                </a:solidFill>
                <a:latin typeface="Arial"/>
                <a:cs typeface="Arial"/>
              </a:rPr>
              <a:t>install</a:t>
            </a:r>
            <a:r>
              <a:rPr dirty="0" sz="3150" spc="1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55">
                <a:solidFill>
                  <a:srgbClr val="010101"/>
                </a:solidFill>
                <a:latin typeface="Arial"/>
                <a:cs typeface="Arial"/>
              </a:rPr>
              <a:t>servers</a:t>
            </a:r>
            <a:r>
              <a:rPr dirty="0" sz="3150" spc="9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135">
                <a:solidFill>
                  <a:srgbClr val="010101"/>
                </a:solidFill>
                <a:latin typeface="Arial"/>
                <a:cs typeface="Arial"/>
              </a:rPr>
              <a:t>with</a:t>
            </a:r>
            <a:r>
              <a:rPr dirty="0" sz="3150" spc="-114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100">
                <a:solidFill>
                  <a:srgbClr val="010101"/>
                </a:solidFill>
                <a:latin typeface="Arial"/>
                <a:cs typeface="Arial"/>
              </a:rPr>
              <a:t>one</a:t>
            </a:r>
            <a:r>
              <a:rPr dirty="0" sz="3150" spc="-4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85">
                <a:solidFill>
                  <a:srgbClr val="010101"/>
                </a:solidFill>
                <a:latin typeface="Arial"/>
                <a:cs typeface="Arial"/>
              </a:rPr>
              <a:t>click</a:t>
            </a:r>
            <a:r>
              <a:rPr dirty="0" sz="3150" spc="85">
                <a:solidFill>
                  <a:srgbClr val="2F2F2F"/>
                </a:solidFill>
                <a:latin typeface="Arial"/>
                <a:cs typeface="Arial"/>
              </a:rPr>
              <a:t>.</a:t>
            </a:r>
            <a:endParaRPr sz="3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022462" y="6325247"/>
            <a:ext cx="2063114" cy="57658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660"/>
              </a:spcBef>
            </a:pPr>
            <a:r>
              <a:rPr dirty="0" sz="1000" spc="-20">
                <a:solidFill>
                  <a:srgbClr val="2F2F2F"/>
                </a:solidFill>
                <a:latin typeface="Arial"/>
                <a:cs typeface="Arial"/>
              </a:rPr>
              <a:t>nede</a:t>
            </a:r>
            <a:endParaRPr sz="10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09"/>
              </a:spcBef>
            </a:pPr>
            <a:r>
              <a:rPr dirty="0" sz="900" spc="395">
                <a:solidFill>
                  <a:srgbClr val="6D6D6D"/>
                </a:solidFill>
                <a:latin typeface="Times New Roman"/>
                <a:cs typeface="Times New Roman"/>
              </a:rPr>
              <a:t>/Ul«��nel)S/f61t!M-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135">
                <a:solidFill>
                  <a:srgbClr val="6D6D6D"/>
                </a:solidFill>
                <a:latin typeface="Times New Roman"/>
                <a:cs typeface="Times New Roman"/>
              </a:rPr>
              <a:t>�S�inde,c:If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76133" y="6389786"/>
            <a:ext cx="2315845" cy="488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dirty="0" sz="850" spc="-40">
                <a:solidFill>
                  <a:srgbClr val="464646"/>
                </a:solidFill>
                <a:latin typeface="Arial"/>
                <a:cs typeface="Arial"/>
              </a:rPr>
              <a:t>Alge</a:t>
            </a:r>
            <a:r>
              <a:rPr dirty="0" sz="850" spc="-40">
                <a:solidFill>
                  <a:srgbClr val="858585"/>
                </a:solidFill>
                <a:latin typeface="Arial"/>
                <a:cs typeface="Arial"/>
              </a:rPr>
              <a:t>:</a:t>
            </a:r>
            <a:r>
              <a:rPr dirty="0" sz="850" spc="-40">
                <a:solidFill>
                  <a:srgbClr val="5B5D5D"/>
                </a:solidFill>
                <a:latin typeface="Arial"/>
                <a:cs typeface="Arial"/>
              </a:rPr>
              <a:t>Alvetclb&lt;1$tldtwsen/werkcpace-</a:t>
            </a:r>
            <a:r>
              <a:rPr dirty="0" sz="850" spc="-20">
                <a:solidFill>
                  <a:srgbClr val="5B5D5D"/>
                </a:solidFill>
                <a:latin typeface="Arial"/>
                <a:cs typeface="Arial"/>
              </a:rPr>
              <a:t>linCP(l'ftttiem-</a:t>
            </a:r>
            <a:endParaRPr sz="8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800" spc="-10">
                <a:solidFill>
                  <a:srgbClr val="6D6D6D"/>
                </a:solidFill>
                <a:latin typeface="Times New Roman"/>
                <a:cs typeface="Times New Roman"/>
              </a:rPr>
              <a:t>mcl)illntllhdecfy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900">
                <a:solidFill>
                  <a:srgbClr val="464646"/>
                </a:solidFill>
                <a:latin typeface="Times New Roman"/>
                <a:cs typeface="Times New Roman"/>
              </a:rPr>
              <a:t>EM:</a:t>
            </a:r>
            <a:r>
              <a:rPr dirty="0" sz="900" spc="16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900" spc="-60">
                <a:solidFill>
                  <a:srgbClr val="7C8CA3"/>
                </a:solidFill>
                <a:latin typeface="Times New Roman"/>
                <a:cs typeface="Times New Roman"/>
              </a:rPr>
              <a:t>F'A</a:t>
            </a:r>
            <a:r>
              <a:rPr dirty="0" sz="900" spc="-60">
                <a:solidFill>
                  <a:srgbClr val="9A9EA7"/>
                </a:solidFill>
                <a:latin typeface="Times New Roman"/>
                <a:cs typeface="Times New Roman"/>
              </a:rPr>
              <a:t>T</a:t>
            </a:r>
            <a:r>
              <a:rPr dirty="0" sz="900" spc="-60">
                <a:solidFill>
                  <a:srgbClr val="7C8CA3"/>
                </a:solidFill>
                <a:latin typeface="Times New Roman"/>
                <a:cs typeface="Times New Roman"/>
              </a:rPr>
              <a:t>HOM..APl.</a:t>
            </a:r>
            <a:r>
              <a:rPr dirty="0" sz="900" spc="-60">
                <a:solidFill>
                  <a:srgbClr val="56698C"/>
                </a:solidFill>
                <a:latin typeface="Times New Roman"/>
                <a:cs typeface="Times New Roman"/>
              </a:rPr>
              <a:t>k</a:t>
            </a:r>
            <a:r>
              <a:rPr dirty="0" sz="900" spc="-60">
                <a:solidFill>
                  <a:srgbClr val="7C8CA3"/>
                </a:solidFill>
                <a:latin typeface="Times New Roman"/>
                <a:cs typeface="Times New Roman"/>
              </a:rPr>
              <a:t>EV</a:t>
            </a:r>
            <a:r>
              <a:rPr dirty="0" sz="900" spc="140">
                <a:solidFill>
                  <a:srgbClr val="7C8CA3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7C8CA3"/>
                </a:solidFill>
                <a:latin typeface="Times New Roman"/>
                <a:cs typeface="Times New Roman"/>
              </a:rPr>
              <a:t>FA�\,01/l'PVT�OIA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50887" y="6542980"/>
            <a:ext cx="50038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10">
                <a:solidFill>
                  <a:srgbClr val="464646"/>
                </a:solidFill>
                <a:latin typeface="Arial"/>
                <a:cs typeface="Arial"/>
              </a:rPr>
              <a:t>fathom</a:t>
            </a:r>
            <a:endParaRPr sz="11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939556" y="6542980"/>
            <a:ext cx="7118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2895" algn="l"/>
                <a:tab pos="604520" algn="l"/>
              </a:tabLst>
            </a:pPr>
            <a:r>
              <a:rPr dirty="0" sz="1150" spc="-25">
                <a:solidFill>
                  <a:srgbClr val="9A9EA7"/>
                </a:solidFill>
                <a:latin typeface="Arial"/>
                <a:cs typeface="Arial"/>
              </a:rPr>
              <a:t>IZl</a:t>
            </a:r>
            <a:r>
              <a:rPr dirty="0" sz="1150">
                <a:solidFill>
                  <a:srgbClr val="9A9EA7"/>
                </a:solidFill>
                <a:latin typeface="Arial"/>
                <a:cs typeface="Arial"/>
              </a:rPr>
              <a:t>	</a:t>
            </a:r>
            <a:r>
              <a:rPr dirty="0" sz="1000" spc="-50">
                <a:solidFill>
                  <a:srgbClr val="9A9EA7"/>
                </a:solidFill>
                <a:latin typeface="Arial"/>
                <a:cs typeface="Arial"/>
              </a:rPr>
              <a:t>�</a:t>
            </a:r>
            <a:r>
              <a:rPr dirty="0" sz="1000">
                <a:solidFill>
                  <a:srgbClr val="9A9EA7"/>
                </a:solidFill>
                <a:latin typeface="Arial"/>
                <a:cs typeface="Arial"/>
              </a:rPr>
              <a:t>	</a:t>
            </a:r>
            <a:r>
              <a:rPr dirty="0" sz="1050" spc="-50">
                <a:solidFill>
                  <a:srgbClr val="9A9EA7"/>
                </a:solidFill>
                <a:latin typeface="Arial"/>
                <a:cs typeface="Arial"/>
              </a:rPr>
              <a:t>G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42527" y="7270650"/>
            <a:ext cx="6299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64646"/>
                </a:solidFill>
                <a:latin typeface="Arial"/>
                <a:cs typeface="Arial"/>
              </a:rPr>
              <a:t>n8n-</a:t>
            </a:r>
            <a:r>
              <a:rPr dirty="0" sz="1150" spc="-25">
                <a:solidFill>
                  <a:srgbClr val="464646"/>
                </a:solidFill>
                <a:latin typeface="Arial"/>
                <a:cs typeface="Arial"/>
              </a:rPr>
              <a:t>mcp</a:t>
            </a:r>
            <a:endParaRPr sz="11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28322" y="7089795"/>
            <a:ext cx="805815" cy="4787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25">
                <a:solidFill>
                  <a:srgbClr val="2F2F2F"/>
                </a:solidFill>
                <a:latin typeface="Arial"/>
                <a:cs typeface="Arial"/>
              </a:rPr>
              <a:t>n</a:t>
            </a:r>
            <a:r>
              <a:rPr dirty="0" sz="1000" spc="-25">
                <a:solidFill>
                  <a:srgbClr val="5B5D5D"/>
                </a:solidFill>
                <a:latin typeface="Arial"/>
                <a:cs typeface="Arial"/>
              </a:rPr>
              <a:t>px</a:t>
            </a:r>
            <a:endParaRPr sz="10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10"/>
              </a:spcBef>
            </a:pPr>
            <a:r>
              <a:rPr dirty="0" sz="900" spc="-10">
                <a:solidFill>
                  <a:srgbClr val="5B5D5D"/>
                </a:solidFill>
                <a:latin typeface="Times New Roman"/>
                <a:cs typeface="Times New Roman"/>
              </a:rPr>
              <a:t>•y</a:t>
            </a:r>
            <a:r>
              <a:rPr dirty="0" sz="900" spc="30">
                <a:solidFill>
                  <a:srgbClr val="5B5D5D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5B5D5D"/>
                </a:solidFill>
                <a:latin typeface="Times New Roman"/>
                <a:cs typeface="Times New Roman"/>
              </a:rPr>
              <a:t>supergm,.vsy</a:t>
            </a:r>
            <a:r>
              <a:rPr dirty="0" sz="900" spc="-10">
                <a:solidFill>
                  <a:srgbClr val="858585"/>
                </a:solidFill>
                <a:latin typeface="Times New Roman"/>
                <a:cs typeface="Times New Roman"/>
              </a:rPr>
              <a:t>-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78600" y="7289800"/>
            <a:ext cx="51435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solidFill>
                  <a:srgbClr val="2F2F2F"/>
                </a:solidFill>
                <a:latin typeface="Arial"/>
                <a:cs typeface="Arial"/>
              </a:rPr>
              <a:t>Args:</a:t>
            </a:r>
            <a:r>
              <a:rPr dirty="0" sz="900" spc="-25">
                <a:solidFill>
                  <a:srgbClr val="464646"/>
                </a:solidFill>
                <a:latin typeface="Arial"/>
                <a:cs typeface="Arial"/>
              </a:rPr>
              <a:t>·y</a:t>
            </a:r>
            <a:r>
              <a:rPr dirty="0" sz="90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464646"/>
                </a:solidFill>
                <a:latin typeface="Arial"/>
                <a:cs typeface="Arial"/>
              </a:rPr>
              <a:t>•S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940153" y="7277034"/>
            <a:ext cx="3556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0035" algn="l"/>
              </a:tabLst>
            </a:pPr>
            <a:r>
              <a:rPr dirty="0" sz="1100" spc="-25">
                <a:solidFill>
                  <a:srgbClr val="9A9EA7"/>
                </a:solidFill>
                <a:latin typeface="Arial"/>
                <a:cs typeface="Arial"/>
              </a:rPr>
              <a:t>IZl</a:t>
            </a:r>
            <a:r>
              <a:rPr dirty="0" sz="1100">
                <a:solidFill>
                  <a:srgbClr val="9A9EA7"/>
                </a:solidFill>
                <a:latin typeface="Arial"/>
                <a:cs typeface="Arial"/>
              </a:rPr>
              <a:t>	</a:t>
            </a:r>
            <a:r>
              <a:rPr dirty="0" sz="1050" spc="-50">
                <a:solidFill>
                  <a:srgbClr val="9A9EA7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530639" y="7270650"/>
            <a:ext cx="15303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5">
                <a:solidFill>
                  <a:srgbClr val="9A9EA7"/>
                </a:solidFill>
                <a:latin typeface="Arial"/>
                <a:cs typeface="Arial"/>
              </a:rPr>
              <a:t>Gl</a:t>
            </a:r>
            <a:endParaRPr sz="12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14035" y="7870660"/>
            <a:ext cx="4907915" cy="10445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3335" marR="5080" indent="-1270">
              <a:lnSpc>
                <a:spcPts val="4020"/>
              </a:lnSpc>
              <a:spcBef>
                <a:spcPts val="180"/>
              </a:spcBef>
            </a:pPr>
            <a:r>
              <a:rPr dirty="0" sz="3350" spc="-130" b="1">
                <a:solidFill>
                  <a:srgbClr val="010101"/>
                </a:solidFill>
                <a:latin typeface="Arial"/>
                <a:cs typeface="Arial"/>
              </a:rPr>
              <a:t>Live</a:t>
            </a:r>
            <a:r>
              <a:rPr dirty="0" sz="3350" spc="-24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350" spc="-90" b="1">
                <a:solidFill>
                  <a:srgbClr val="010101"/>
                </a:solidFill>
                <a:latin typeface="Arial"/>
                <a:cs typeface="Arial"/>
              </a:rPr>
              <a:t>Monitoring: </a:t>
            </a:r>
            <a:r>
              <a:rPr dirty="0" sz="3150">
                <a:solidFill>
                  <a:srgbClr val="010101"/>
                </a:solidFill>
                <a:latin typeface="Arial"/>
                <a:cs typeface="Arial"/>
              </a:rPr>
              <a:t>See</a:t>
            </a:r>
            <a:r>
              <a:rPr dirty="0" sz="3150" spc="-4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65">
                <a:solidFill>
                  <a:srgbClr val="010101"/>
                </a:solidFill>
                <a:latin typeface="Arial"/>
                <a:cs typeface="Arial"/>
              </a:rPr>
              <a:t>real-</a:t>
            </a:r>
            <a:r>
              <a:rPr dirty="0" sz="3150" spc="130">
                <a:solidFill>
                  <a:srgbClr val="010101"/>
                </a:solidFill>
                <a:latin typeface="Arial"/>
                <a:cs typeface="Arial"/>
              </a:rPr>
              <a:t>time</a:t>
            </a:r>
            <a:r>
              <a:rPr dirty="0" sz="3150" spc="-13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95">
                <a:solidFill>
                  <a:srgbClr val="010101"/>
                </a:solidFill>
                <a:latin typeface="Arial"/>
                <a:cs typeface="Arial"/>
              </a:rPr>
              <a:t>checks</a:t>
            </a:r>
            <a:r>
              <a:rPr dirty="0" sz="3150" spc="-4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10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dirty="0" sz="3150" spc="-2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150" spc="60">
                <a:solidFill>
                  <a:srgbClr val="010101"/>
                </a:solidFill>
                <a:latin typeface="Arial"/>
                <a:cs typeface="Arial"/>
              </a:rPr>
              <a:t>status.</a:t>
            </a:r>
            <a:endParaRPr sz="31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023871" y="7791037"/>
            <a:ext cx="1758950" cy="5689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580"/>
              </a:spcBef>
            </a:pPr>
            <a:r>
              <a:rPr dirty="0" sz="1000" spc="-20">
                <a:solidFill>
                  <a:srgbClr val="464646"/>
                </a:solidFill>
                <a:latin typeface="Arial"/>
                <a:cs typeface="Arial"/>
              </a:rPr>
              <a:t>nede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00"/>
              </a:lnSpc>
              <a:spcBef>
                <a:spcPts val="459"/>
              </a:spcBef>
            </a:pPr>
            <a:r>
              <a:rPr dirty="0" sz="950" spc="170">
                <a:solidFill>
                  <a:srgbClr val="6D6D6D"/>
                </a:solidFill>
                <a:latin typeface="Times New Roman"/>
                <a:cs typeface="Times New Roman"/>
              </a:rPr>
              <a:t>/UUt�•</a:t>
            </a:r>
            <a:r>
              <a:rPr dirty="0" sz="950" spc="170">
                <a:solidFill>
                  <a:srgbClr val="AFB3B8"/>
                </a:solidFill>
                <a:latin typeface="Times New Roman"/>
                <a:cs typeface="Times New Roman"/>
              </a:rPr>
              <a:t>·</a:t>
            </a:r>
            <a:r>
              <a:rPr dirty="0" sz="950" spc="170">
                <a:solidFill>
                  <a:srgbClr val="6D6D6D"/>
                </a:solidFill>
                <a:latin typeface="Times New Roman"/>
                <a:cs typeface="Times New Roman"/>
              </a:rPr>
              <a:t>se1Vwe�it0gl</a:t>
            </a:r>
            <a:r>
              <a:rPr dirty="0" sz="950" spc="170">
                <a:solidFill>
                  <a:srgbClr val="464646"/>
                </a:solidFill>
                <a:latin typeface="Times New Roman"/>
                <a:cs typeface="Times New Roman"/>
              </a:rPr>
              <a:t>e-</a:t>
            </a:r>
            <a:endParaRPr sz="950">
              <a:latin typeface="Times New Roman"/>
              <a:cs typeface="Times New Roman"/>
            </a:endParaRPr>
          </a:p>
          <a:p>
            <a:pPr marL="21590">
              <a:lnSpc>
                <a:spcPts val="1040"/>
              </a:lnSpc>
            </a:pPr>
            <a:r>
              <a:rPr dirty="0" sz="900" spc="254">
                <a:solidFill>
                  <a:srgbClr val="6D6D6D"/>
                </a:solidFill>
                <a:latin typeface="Arial"/>
                <a:cs typeface="Arial"/>
              </a:rPr>
              <a:t>stdes��es.Js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271382" y="7857893"/>
            <a:ext cx="2448560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">
              <a:lnSpc>
                <a:spcPts val="985"/>
              </a:lnSpc>
              <a:spcBef>
                <a:spcPts val="105"/>
              </a:spcBef>
            </a:pPr>
            <a:r>
              <a:rPr dirty="0" sz="850" spc="130">
                <a:solidFill>
                  <a:srgbClr val="464646"/>
                </a:solidFill>
                <a:latin typeface="Arial"/>
                <a:cs typeface="Arial"/>
              </a:rPr>
              <a:t>AfQa:MertAlrltnd��spaceJ9�tlcfn..</a:t>
            </a:r>
            <a:endParaRPr sz="850">
              <a:latin typeface="Arial"/>
              <a:cs typeface="Arial"/>
            </a:endParaRPr>
          </a:p>
          <a:p>
            <a:pPr marL="18415">
              <a:lnSpc>
                <a:spcPts val="925"/>
              </a:lnSpc>
            </a:pPr>
            <a:r>
              <a:rPr dirty="0" sz="800" spc="-10">
                <a:solidFill>
                  <a:srgbClr val="6D6D6D"/>
                </a:solidFill>
                <a:latin typeface="Times New Roman"/>
                <a:cs typeface="Times New Roman"/>
              </a:rPr>
              <a:t>mepibutitllndei:,js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700">
                <a:solidFill>
                  <a:srgbClr val="464646"/>
                </a:solidFill>
                <a:latin typeface="Arial"/>
                <a:cs typeface="Arial"/>
              </a:rPr>
              <a:t>Err,,:</a:t>
            </a:r>
            <a:r>
              <a:rPr dirty="0" sz="700" spc="229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7C8CA3"/>
                </a:solidFill>
                <a:latin typeface="Arial"/>
                <a:cs typeface="Arial"/>
              </a:rPr>
              <a:t>8008LE..CU&amp;I</a:t>
            </a:r>
            <a:r>
              <a:rPr dirty="0" sz="900" spc="-10">
                <a:solidFill>
                  <a:srgbClr val="9A9EA7"/>
                </a:solidFill>
                <a:latin typeface="Arial"/>
                <a:cs typeface="Arial"/>
              </a:rPr>
              <a:t>T</a:t>
            </a:r>
            <a:r>
              <a:rPr dirty="0" sz="900" spc="-10">
                <a:solidFill>
                  <a:srgbClr val="7C8CA3"/>
                </a:solidFill>
                <a:latin typeface="Arial"/>
                <a:cs typeface="Arial"/>
              </a:rPr>
              <a:t>JO</a:t>
            </a:r>
            <a:r>
              <a:rPr dirty="0" sz="900" spc="135">
                <a:solidFill>
                  <a:srgbClr val="7C8CA3"/>
                </a:solidFill>
                <a:latin typeface="Arial"/>
                <a:cs typeface="Arial"/>
              </a:rPr>
              <a:t>  </a:t>
            </a:r>
            <a:r>
              <a:rPr dirty="0" sz="900" spc="-75">
                <a:solidFill>
                  <a:srgbClr val="7C8CA3"/>
                </a:solidFill>
                <a:latin typeface="Arial"/>
                <a:cs typeface="Arial"/>
              </a:rPr>
              <a:t>GOOGl</a:t>
            </a:r>
            <a:r>
              <a:rPr dirty="0" sz="900" spc="-75">
                <a:solidFill>
                  <a:srgbClr val="9A9EA7"/>
                </a:solidFill>
                <a:latin typeface="Arial"/>
                <a:cs typeface="Arial"/>
              </a:rPr>
              <a:t>£.CUE</a:t>
            </a:r>
            <a:r>
              <a:rPr dirty="0" sz="900" spc="-75">
                <a:solidFill>
                  <a:srgbClr val="7C8CA3"/>
                </a:solidFill>
                <a:latin typeface="Arial"/>
                <a:cs typeface="Arial"/>
              </a:rPr>
              <a:t>NT.$E:</a:t>
            </a:r>
            <a:r>
              <a:rPr dirty="0" sz="900" spc="-75">
                <a:solidFill>
                  <a:srgbClr val="9A9EA7"/>
                </a:solidFill>
                <a:latin typeface="Arial"/>
                <a:cs typeface="Arial"/>
              </a:rPr>
              <a:t>C</a:t>
            </a:r>
            <a:r>
              <a:rPr dirty="0" sz="900" spc="-75">
                <a:solidFill>
                  <a:srgbClr val="7C8CA3"/>
                </a:solidFill>
                <a:latin typeface="Arial"/>
                <a:cs typeface="Arial"/>
              </a:rPr>
              <a:t>R£</a:t>
            </a:r>
            <a:r>
              <a:rPr dirty="0" sz="900" spc="-75">
                <a:solidFill>
                  <a:srgbClr val="AFB3B8"/>
                </a:solidFill>
                <a:latin typeface="Arial"/>
                <a:cs typeface="Arial"/>
              </a:rPr>
              <a:t>'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5742" y="8617479"/>
            <a:ext cx="7899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6605" algn="l"/>
              </a:tabLst>
            </a:pPr>
            <a:r>
              <a:rPr dirty="0" u="heavy" sz="1000" spc="300">
                <a:solidFill>
                  <a:srgbClr val="413FB3"/>
                </a:solidFill>
                <a:uFill>
                  <a:solidFill>
                    <a:srgbClr val="413FB3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1000">
                <a:solidFill>
                  <a:srgbClr val="413FB3"/>
                </a:solidFill>
                <a:uFill>
                  <a:solidFill>
                    <a:srgbClr val="413FB3"/>
                  </a:solidFill>
                </a:uFill>
                <a:latin typeface="Arial"/>
                <a:cs typeface="Arial"/>
              </a:rPr>
              <a:t>	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47535" y="7998321"/>
            <a:ext cx="91440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2F2F2F"/>
                </a:solidFill>
                <a:latin typeface="Arial"/>
                <a:cs typeface="Arial"/>
              </a:rPr>
              <a:t>google-</a:t>
            </a:r>
            <a:r>
              <a:rPr dirty="0" sz="1150" spc="-10">
                <a:solidFill>
                  <a:srgbClr val="2F2F2F"/>
                </a:solidFill>
                <a:latin typeface="Arial"/>
                <a:cs typeface="Arial"/>
              </a:rPr>
              <a:t>slides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939556" y="7998321"/>
            <a:ext cx="7118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04520" algn="l"/>
              </a:tabLst>
            </a:pPr>
            <a:r>
              <a:rPr dirty="0" sz="1150">
                <a:solidFill>
                  <a:srgbClr val="9A9EA7"/>
                </a:solidFill>
                <a:latin typeface="Arial"/>
                <a:cs typeface="Arial"/>
              </a:rPr>
              <a:t>IZl</a:t>
            </a:r>
            <a:r>
              <a:rPr dirty="0" sz="1150" spc="90">
                <a:solidFill>
                  <a:srgbClr val="9A9EA7"/>
                </a:solidFill>
                <a:latin typeface="Arial"/>
                <a:cs typeface="Arial"/>
              </a:rPr>
              <a:t>  </a:t>
            </a:r>
            <a:r>
              <a:rPr dirty="0" sz="1050" spc="-50">
                <a:solidFill>
                  <a:srgbClr val="858585"/>
                </a:solidFill>
                <a:latin typeface="Arial"/>
                <a:cs typeface="Arial"/>
              </a:rPr>
              <a:t>0</a:t>
            </a:r>
            <a:r>
              <a:rPr dirty="0" sz="1050">
                <a:solidFill>
                  <a:srgbClr val="858585"/>
                </a:solidFill>
                <a:latin typeface="Arial"/>
                <a:cs typeface="Arial"/>
              </a:rPr>
              <a:t>	</a:t>
            </a:r>
            <a:r>
              <a:rPr dirty="0" sz="1050" spc="-50">
                <a:solidFill>
                  <a:srgbClr val="9A9EA7"/>
                </a:solidFill>
                <a:latin typeface="Arial"/>
                <a:cs typeface="Arial"/>
              </a:rPr>
              <a:t>G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27510" y="8585563"/>
            <a:ext cx="51822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464646"/>
                </a:solidFill>
                <a:latin typeface="Arial"/>
                <a:cs typeface="Arial"/>
              </a:rPr>
              <a:t>ConfigF</a:t>
            </a:r>
            <a:r>
              <a:rPr dirty="0" sz="900">
                <a:solidFill>
                  <a:srgbClr val="6D6D6D"/>
                </a:solidFill>
                <a:latin typeface="Arial"/>
                <a:cs typeface="Arial"/>
              </a:rPr>
              <a:t>ile</a:t>
            </a:r>
            <a:r>
              <a:rPr dirty="0" sz="900">
                <a:solidFill>
                  <a:srgbClr val="858585"/>
                </a:solidFill>
                <a:latin typeface="Arial"/>
                <a:cs typeface="Arial"/>
              </a:rPr>
              <a:t>:</a:t>
            </a:r>
            <a:r>
              <a:rPr dirty="0" sz="900" spc="330">
                <a:solidFill>
                  <a:srgbClr val="858585"/>
                </a:solidFill>
                <a:latin typeface="Arial"/>
                <a:cs typeface="Arial"/>
              </a:rPr>
              <a:t>  </a:t>
            </a:r>
            <a:r>
              <a:rPr dirty="0" sz="900" spc="65">
                <a:solidFill>
                  <a:srgbClr val="6D6D6D"/>
                </a:solidFill>
                <a:latin typeface="Arial"/>
                <a:cs typeface="Arial"/>
              </a:rPr>
              <a:t>/Us.er$/tlr</a:t>
            </a:r>
            <a:r>
              <a:rPr dirty="0" sz="1000" spc="65">
                <a:solidFill>
                  <a:srgbClr val="858585"/>
                </a:solidFill>
                <a:latin typeface="Times New Roman"/>
                <a:cs typeface="Times New Roman"/>
              </a:rPr>
              <a:t>U�onJl</a:t>
            </a:r>
            <a:r>
              <a:rPr dirty="0" sz="900" spc="65">
                <a:solidFill>
                  <a:srgbClr val="6D6D6D"/>
                </a:solidFill>
                <a:latin typeface="Arial"/>
                <a:cs typeface="Arial"/>
              </a:rPr>
              <a:t>lbr</a:t>
            </a:r>
            <a:r>
              <a:rPr dirty="0" sz="900" spc="65">
                <a:solidFill>
                  <a:srgbClr val="5B5D5D"/>
                </a:solidFill>
                <a:latin typeface="Arial"/>
                <a:cs typeface="Arial"/>
              </a:rPr>
              <a:t>a</a:t>
            </a:r>
            <a:r>
              <a:rPr dirty="0" sz="900" spc="65">
                <a:solidFill>
                  <a:srgbClr val="6D6D6D"/>
                </a:solidFill>
                <a:latin typeface="Arial"/>
                <a:cs typeface="Arial"/>
              </a:rPr>
              <a:t>ry/�p</a:t>
            </a:r>
            <a:r>
              <a:rPr dirty="0" sz="1000" spc="65">
                <a:solidFill>
                  <a:srgbClr val="6D6D6D"/>
                </a:solidFill>
                <a:latin typeface="Times New Roman"/>
                <a:cs typeface="Times New Roman"/>
              </a:rPr>
              <a:t>Uc,1t</a:t>
            </a:r>
            <a:r>
              <a:rPr dirty="0" sz="900" spc="65">
                <a:solidFill>
                  <a:srgbClr val="858585"/>
                </a:solidFill>
                <a:latin typeface="Arial"/>
                <a:cs typeface="Arial"/>
              </a:rPr>
              <a:t>ion</a:t>
            </a:r>
            <a:r>
              <a:rPr dirty="0" sz="900" spc="280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6D6D6D"/>
                </a:solidFill>
                <a:latin typeface="Arial"/>
                <a:cs typeface="Arial"/>
              </a:rPr>
              <a:t>$uP90rt/C:\Mit/clal'Cls_deskt09_conf.ls.</a:t>
            </a:r>
            <a:r>
              <a:rPr dirty="0" sz="1150" spc="-10">
                <a:solidFill>
                  <a:srgbClr val="6D6D6D"/>
                </a:solidFill>
                <a:latin typeface="Arial"/>
                <a:cs typeface="Arial"/>
              </a:rPr>
              <a:t>J</a:t>
            </a:r>
            <a:r>
              <a:rPr dirty="0" sz="900" spc="-10">
                <a:solidFill>
                  <a:srgbClr val="6D6D6D"/>
                </a:solidFill>
                <a:latin typeface="Arial"/>
                <a:cs typeface="Arial"/>
              </a:rPr>
              <a:t>sen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141222" y="8630245"/>
            <a:ext cx="44640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70">
                <a:solidFill>
                  <a:srgbClr val="6D6D6D"/>
                </a:solidFill>
                <a:latin typeface="Times New Roman"/>
                <a:cs typeface="Times New Roman"/>
              </a:rPr>
              <a:t>�</a:t>
            </a:r>
            <a:r>
              <a:rPr dirty="0" sz="900" spc="315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6D6D6D"/>
                </a:solidFill>
                <a:latin typeface="Times New Roman"/>
                <a:cs typeface="Times New Roman"/>
              </a:rPr>
              <a:t>Open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256826" y="8604712"/>
            <a:ext cx="7359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464646"/>
                </a:solidFill>
                <a:latin typeface="Times New Roman"/>
                <a:cs typeface="Times New Roman"/>
              </a:rPr>
              <a:t>Fennst</a:t>
            </a:r>
            <a:r>
              <a:rPr dirty="0" sz="1000">
                <a:solidFill>
                  <a:srgbClr val="858585"/>
                </a:solidFill>
                <a:latin typeface="Times New Roman"/>
                <a:cs typeface="Times New Roman"/>
              </a:rPr>
              <a:t>:</a:t>
            </a:r>
            <a:r>
              <a:rPr dirty="0" sz="1000" spc="385">
                <a:solidFill>
                  <a:srgbClr val="858585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858585"/>
                </a:solidFill>
                <a:latin typeface="Times New Roman"/>
                <a:cs typeface="Times New Roman"/>
              </a:rPr>
              <a:t>JSON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115893" y="8598330"/>
            <a:ext cx="57150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35">
                <a:solidFill>
                  <a:srgbClr val="5B5D5D"/>
                </a:solidFill>
                <a:latin typeface="Times New Roman"/>
                <a:cs typeface="Times New Roman"/>
              </a:rPr>
              <a:t>Servers:</a:t>
            </a:r>
            <a:r>
              <a:rPr dirty="0" sz="1150" spc="-35">
                <a:solidFill>
                  <a:srgbClr val="6B67D1"/>
                </a:solidFill>
                <a:latin typeface="Times New Roman"/>
                <a:cs typeface="Times New Roman"/>
              </a:rPr>
              <a:t>G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452" y="4442883"/>
            <a:ext cx="687793" cy="2297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7200" y="4442883"/>
            <a:ext cx="2318119" cy="2297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54584" y="2834349"/>
            <a:ext cx="2139802" cy="3319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63459" y="2859881"/>
            <a:ext cx="662319" cy="25532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361635" y="7966336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475964" y="3983301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889155" y="3447122"/>
            <a:ext cx="0" cy="3932554"/>
          </a:xfrm>
          <a:custGeom>
            <a:avLst/>
            <a:gdLst/>
            <a:ahLst/>
            <a:cxnLst/>
            <a:rect l="l" t="t" r="r" b="b"/>
            <a:pathLst>
              <a:path w="0" h="3932554">
                <a:moveTo>
                  <a:pt x="0" y="393197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69746" y="2859880"/>
            <a:ext cx="713740" cy="255904"/>
          </a:xfrm>
          <a:custGeom>
            <a:avLst/>
            <a:gdLst/>
            <a:ahLst/>
            <a:cxnLst/>
            <a:rect l="l" t="t" r="r" b="b"/>
            <a:pathLst>
              <a:path w="713740" h="255905">
                <a:moveTo>
                  <a:pt x="0" y="0"/>
                </a:moveTo>
                <a:lnTo>
                  <a:pt x="713267" y="0"/>
                </a:lnTo>
                <a:lnTo>
                  <a:pt x="713267" y="255322"/>
                </a:lnTo>
                <a:lnTo>
                  <a:pt x="0" y="255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463227" y="3996067"/>
            <a:ext cx="3949065" cy="0"/>
          </a:xfrm>
          <a:custGeom>
            <a:avLst/>
            <a:gdLst/>
            <a:ahLst/>
            <a:cxnLst/>
            <a:rect l="l" t="t" r="r" b="b"/>
            <a:pathLst>
              <a:path w="3949065" h="0">
                <a:moveTo>
                  <a:pt x="0" y="0"/>
                </a:moveTo>
                <a:lnTo>
                  <a:pt x="394844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73918" y="4608841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5" h="0">
                <a:moveTo>
                  <a:pt x="0" y="0"/>
                </a:moveTo>
                <a:lnTo>
                  <a:pt x="142653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71189" y="8055700"/>
            <a:ext cx="11743690" cy="0"/>
          </a:xfrm>
          <a:custGeom>
            <a:avLst/>
            <a:gdLst/>
            <a:ahLst/>
            <a:cxnLst/>
            <a:rect l="l" t="t" r="r" b="b"/>
            <a:pathLst>
              <a:path w="11743690" h="0">
                <a:moveTo>
                  <a:pt x="0" y="0"/>
                </a:moveTo>
                <a:lnTo>
                  <a:pt x="1174343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20468" y="8694007"/>
            <a:ext cx="1579880" cy="0"/>
          </a:xfrm>
          <a:custGeom>
            <a:avLst/>
            <a:gdLst/>
            <a:ahLst/>
            <a:cxnLst/>
            <a:rect l="l" t="t" r="r" b="b"/>
            <a:pathLst>
              <a:path w="1579879" h="0">
                <a:moveTo>
                  <a:pt x="0" y="0"/>
                </a:moveTo>
                <a:lnTo>
                  <a:pt x="157937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3357" y="447144"/>
            <a:ext cx="7430134" cy="11722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335">
              <a:lnSpc>
                <a:spcPts val="4500"/>
              </a:lnSpc>
              <a:spcBef>
                <a:spcPts val="120"/>
              </a:spcBef>
            </a:pPr>
            <a:r>
              <a:rPr dirty="0" sz="3900" spc="165" b="1">
                <a:solidFill>
                  <a:srgbClr val="21211F"/>
                </a:solidFill>
                <a:latin typeface="Arial"/>
                <a:cs typeface="Arial"/>
              </a:rPr>
              <a:t>Manage</a:t>
            </a:r>
            <a:r>
              <a:rPr dirty="0" sz="3900" spc="-25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80" b="1">
                <a:solidFill>
                  <a:srgbClr val="21211F"/>
                </a:solidFill>
                <a:latin typeface="Arial"/>
                <a:cs typeface="Arial"/>
              </a:rPr>
              <a:t>Every</a:t>
            </a:r>
            <a:r>
              <a:rPr dirty="0" sz="3900" spc="-80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60" b="1">
                <a:solidFill>
                  <a:srgbClr val="21211F"/>
                </a:solidFill>
                <a:latin typeface="Arial"/>
                <a:cs typeface="Arial"/>
              </a:rPr>
              <a:t>Server,</a:t>
            </a:r>
            <a:endParaRPr sz="3900">
              <a:latin typeface="Arial"/>
              <a:cs typeface="Arial"/>
            </a:endParaRPr>
          </a:p>
          <a:p>
            <a:pPr marL="12700">
              <a:lnSpc>
                <a:spcPts val="4500"/>
              </a:lnSpc>
            </a:pPr>
            <a:r>
              <a:rPr dirty="0" sz="3900" b="1">
                <a:solidFill>
                  <a:srgbClr val="21211F"/>
                </a:solidFill>
                <a:latin typeface="Arial"/>
                <a:cs typeface="Arial"/>
              </a:rPr>
              <a:t>For</a:t>
            </a:r>
            <a:r>
              <a:rPr dirty="0" sz="3900" spc="-210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80" b="1">
                <a:solidFill>
                  <a:srgbClr val="21211F"/>
                </a:solidFill>
                <a:latin typeface="Arial"/>
                <a:cs typeface="Arial"/>
              </a:rPr>
              <a:t>Every</a:t>
            </a:r>
            <a:r>
              <a:rPr dirty="0" sz="3900" spc="-110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95" b="1">
                <a:solidFill>
                  <a:srgbClr val="21211F"/>
                </a:solidFill>
                <a:latin typeface="Arial"/>
                <a:cs typeface="Arial"/>
              </a:rPr>
              <a:t>Client,</a:t>
            </a:r>
            <a:r>
              <a:rPr dirty="0" sz="3900" spc="-155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100" b="1">
                <a:solidFill>
                  <a:srgbClr val="21211F"/>
                </a:solidFill>
                <a:latin typeface="Arial"/>
                <a:cs typeface="Arial"/>
              </a:rPr>
              <a:t>In</a:t>
            </a:r>
            <a:r>
              <a:rPr dirty="0" sz="3900" spc="-140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120" b="1">
                <a:solidFill>
                  <a:srgbClr val="21211F"/>
                </a:solidFill>
                <a:latin typeface="Arial"/>
                <a:cs typeface="Arial"/>
              </a:rPr>
              <a:t>One</a:t>
            </a:r>
            <a:r>
              <a:rPr dirty="0" sz="3900" spc="-145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3900" spc="95" b="1">
                <a:solidFill>
                  <a:srgbClr val="21211F"/>
                </a:solidFill>
                <a:latin typeface="Arial"/>
                <a:cs typeface="Arial"/>
              </a:rPr>
              <a:t>Place.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5106" y="1985467"/>
            <a:ext cx="667385" cy="661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7834" algn="l"/>
              </a:tabLst>
            </a:pPr>
            <a:r>
              <a:rPr dirty="0" sz="4150" spc="35">
                <a:solidFill>
                  <a:srgbClr val="EB746E"/>
                </a:solidFill>
                <a:latin typeface="Arial"/>
                <a:cs typeface="Arial"/>
              </a:rPr>
              <a:t>•</a:t>
            </a:r>
            <a:r>
              <a:rPr dirty="0" sz="4150">
                <a:solidFill>
                  <a:srgbClr val="EB746E"/>
                </a:solidFill>
                <a:latin typeface="Arial"/>
                <a:cs typeface="Arial"/>
              </a:rPr>
              <a:t>	</a:t>
            </a:r>
            <a:r>
              <a:rPr dirty="0" sz="4150" spc="25">
                <a:solidFill>
                  <a:srgbClr val="4FBC5D"/>
                </a:solidFill>
                <a:latin typeface="Arial"/>
                <a:cs typeface="Arial"/>
              </a:rPr>
              <a:t>•</a:t>
            </a:r>
            <a:endParaRPr sz="4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74929" y="2221640"/>
            <a:ext cx="211963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5B5B5D"/>
                </a:solidFill>
                <a:latin typeface="Arial"/>
                <a:cs typeface="Arial"/>
              </a:rPr>
              <a:t>MCP</a:t>
            </a:r>
            <a:r>
              <a:rPr dirty="0" sz="1200" spc="-130" b="1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B5B5D"/>
                </a:solidFill>
                <a:latin typeface="Arial"/>
                <a:cs typeface="Arial"/>
              </a:rPr>
              <a:t>Co</a:t>
            </a:r>
            <a:r>
              <a:rPr dirty="0" sz="1200" b="1">
                <a:solidFill>
                  <a:srgbClr val="727279"/>
                </a:solidFill>
                <a:latin typeface="Arial"/>
                <a:cs typeface="Arial"/>
              </a:rPr>
              <a:t>n</a:t>
            </a:r>
            <a:r>
              <a:rPr dirty="0" sz="1200" b="1">
                <a:solidFill>
                  <a:srgbClr val="5B5B5D"/>
                </a:solidFill>
                <a:latin typeface="Arial"/>
                <a:cs typeface="Arial"/>
              </a:rPr>
              <a:t>figuration</a:t>
            </a:r>
            <a:r>
              <a:rPr dirty="0" sz="1200" spc="140" b="1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B5B5D"/>
                </a:solidFill>
                <a:latin typeface="Arial"/>
                <a:cs typeface="Arial"/>
              </a:rPr>
              <a:t>Manage</a:t>
            </a:r>
            <a:r>
              <a:rPr dirty="0" sz="1200" spc="-10" b="1">
                <a:solidFill>
                  <a:srgbClr val="727279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93659" y="275775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C1BF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080958" y="2476962"/>
            <a:ext cx="74422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34315" algn="l"/>
              </a:tabLst>
            </a:pPr>
            <a:r>
              <a:rPr dirty="0" sz="2100" spc="-530">
                <a:solidFill>
                  <a:srgbClr val="C1BFBC"/>
                </a:solidFill>
                <a:latin typeface="Arial"/>
                <a:cs typeface="Arial"/>
              </a:rPr>
              <a:t>I</a:t>
            </a:r>
            <a:r>
              <a:rPr dirty="0" sz="2100">
                <a:solidFill>
                  <a:srgbClr val="C1BFBC"/>
                </a:solidFill>
                <a:latin typeface="Arial"/>
                <a:cs typeface="Arial"/>
              </a:rPr>
              <a:t>	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C</a:t>
            </a:r>
            <a:r>
              <a:rPr dirty="0" sz="1350" spc="-10">
                <a:solidFill>
                  <a:srgbClr val="5B5B5D"/>
                </a:solidFill>
                <a:latin typeface="Arial"/>
                <a:cs typeface="Arial"/>
              </a:rPr>
              <a:t>lien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t: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3509" y="2859947"/>
            <a:ext cx="4619625" cy="8966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  <a:tabLst>
                <a:tab pos="3340100" algn="l"/>
              </a:tabLst>
            </a:pPr>
            <a:r>
              <a:rPr dirty="0" sz="1400" spc="400" b="1">
                <a:solidFill>
                  <a:srgbClr val="21211F"/>
                </a:solidFill>
                <a:latin typeface="Arial"/>
                <a:cs typeface="Arial"/>
              </a:rPr>
              <a:t>Switch</a:t>
            </a:r>
            <a:r>
              <a:rPr dirty="0" sz="1400" spc="165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1400" spc="395" b="1">
                <a:solidFill>
                  <a:srgbClr val="21211F"/>
                </a:solidFill>
                <a:latin typeface="Arial"/>
                <a:cs typeface="Arial"/>
              </a:rPr>
              <a:t>context</a:t>
            </a:r>
            <a:r>
              <a:rPr dirty="0" sz="1400" spc="260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1400" spc="459" b="1">
                <a:solidFill>
                  <a:srgbClr val="21211F"/>
                </a:solidFill>
                <a:latin typeface="Arial"/>
                <a:cs typeface="Arial"/>
              </a:rPr>
              <a:t>between</a:t>
            </a:r>
            <a:r>
              <a:rPr dirty="0" sz="1400" b="1">
                <a:solidFill>
                  <a:srgbClr val="21211F"/>
                </a:solidFill>
                <a:latin typeface="Arial"/>
                <a:cs typeface="Arial"/>
              </a:rPr>
              <a:t>	</a:t>
            </a:r>
            <a:r>
              <a:rPr dirty="0" sz="1400" spc="520" b="1">
                <a:solidFill>
                  <a:srgbClr val="5B5B5D"/>
                </a:solidFill>
                <a:latin typeface="Arial"/>
                <a:cs typeface="Arial"/>
              </a:rPr>
              <a:t>---</a:t>
            </a:r>
            <a:r>
              <a:rPr dirty="0" sz="1400" spc="515" b="1">
                <a:solidFill>
                  <a:srgbClr val="727279"/>
                </a:solidFill>
                <a:latin typeface="Arial"/>
                <a:cs typeface="Arial"/>
              </a:rPr>
              <a:t>---</a:t>
            </a:r>
            <a:r>
              <a:rPr dirty="0" sz="1400" spc="1045" b="1">
                <a:solidFill>
                  <a:srgbClr val="727279"/>
                </a:solidFill>
                <a:latin typeface="Arial"/>
                <a:cs typeface="Arial"/>
              </a:rPr>
              <a:t>&lt;O</a:t>
            </a:r>
            <a:endParaRPr sz="1400">
              <a:latin typeface="Arial"/>
              <a:cs typeface="Arial"/>
            </a:endParaRPr>
          </a:p>
          <a:p>
            <a:pPr marL="15875" marR="1160145" indent="-3810">
              <a:lnSpc>
                <a:spcPct val="100000"/>
              </a:lnSpc>
              <a:spcBef>
                <a:spcPts val="135"/>
              </a:spcBef>
            </a:pPr>
            <a:r>
              <a:rPr dirty="0" sz="2100" spc="80">
                <a:solidFill>
                  <a:srgbClr val="21211F"/>
                </a:solidFill>
                <a:latin typeface="Arial"/>
                <a:cs typeface="Arial"/>
              </a:rPr>
              <a:t>Claude</a:t>
            </a:r>
            <a:r>
              <a:rPr dirty="0" sz="2100" spc="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95">
                <a:solidFill>
                  <a:srgbClr val="21211F"/>
                </a:solidFill>
                <a:latin typeface="Arial"/>
                <a:cs typeface="Arial"/>
              </a:rPr>
              <a:t>Desktop,</a:t>
            </a:r>
            <a:r>
              <a:rPr dirty="0" sz="2100" spc="10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VS </a:t>
            </a:r>
            <a:r>
              <a:rPr dirty="0" sz="2100" spc="85">
                <a:solidFill>
                  <a:srgbClr val="21211F"/>
                </a:solidFill>
                <a:latin typeface="Arial"/>
                <a:cs typeface="Arial"/>
              </a:rPr>
              <a:t>Code, </a:t>
            </a:r>
            <a:r>
              <a:rPr dirty="0" sz="2100" spc="100">
                <a:solidFill>
                  <a:srgbClr val="21211F"/>
                </a:solidFill>
                <a:latin typeface="Arial"/>
                <a:cs typeface="Arial"/>
              </a:rPr>
              <a:t>and</a:t>
            </a:r>
            <a:r>
              <a:rPr dirty="0" sz="2100" spc="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80">
                <a:solidFill>
                  <a:srgbClr val="21211F"/>
                </a:solidFill>
                <a:latin typeface="Arial"/>
                <a:cs typeface="Arial"/>
              </a:rPr>
              <a:t>more.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42840" y="2751435"/>
            <a:ext cx="145351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Claude</a:t>
            </a:r>
            <a:r>
              <a:rPr dirty="0" sz="1350" spc="-50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Deskt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op</a:t>
            </a:r>
            <a:r>
              <a:rPr dirty="0" sz="1350" spc="22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2250" spc="-530" i="1">
                <a:solidFill>
                  <a:srgbClr val="5B5B5D"/>
                </a:solidFill>
                <a:latin typeface="Arial"/>
                <a:cs typeface="Arial"/>
              </a:rPr>
              <a:t>V</a:t>
            </a:r>
            <a:endParaRPr sz="2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489" y="4404651"/>
            <a:ext cx="3192145" cy="65405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 indent="-635">
              <a:lnSpc>
                <a:spcPts val="2410"/>
              </a:lnSpc>
              <a:spcBef>
                <a:spcPts val="280"/>
              </a:spcBef>
            </a:pPr>
            <a:r>
              <a:rPr dirty="0" sz="2100" spc="80">
                <a:solidFill>
                  <a:srgbClr val="21211F"/>
                </a:solidFill>
                <a:latin typeface="Arial"/>
                <a:cs typeface="Arial"/>
              </a:rPr>
              <a:t>Edit,</a:t>
            </a:r>
            <a:r>
              <a:rPr dirty="0" sz="2100" spc="-9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90">
                <a:solidFill>
                  <a:srgbClr val="21211F"/>
                </a:solidFill>
                <a:latin typeface="Arial"/>
                <a:cs typeface="Arial"/>
              </a:rPr>
              <a:t>duplicate,</a:t>
            </a:r>
            <a:r>
              <a:rPr dirty="0" sz="2100" spc="7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100">
                <a:solidFill>
                  <a:srgbClr val="21211F"/>
                </a:solidFill>
                <a:latin typeface="Arial"/>
                <a:cs typeface="Arial"/>
              </a:rPr>
              <a:t>or</a:t>
            </a:r>
            <a:r>
              <a:rPr dirty="0" sz="2100" spc="6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105">
                <a:solidFill>
                  <a:srgbClr val="21211F"/>
                </a:solidFill>
                <a:latin typeface="Arial"/>
                <a:cs typeface="Arial"/>
              </a:rPr>
              <a:t>delete </a:t>
            </a:r>
            <a:r>
              <a:rPr dirty="0" sz="2100" spc="75">
                <a:solidFill>
                  <a:srgbClr val="343433"/>
                </a:solidFill>
                <a:latin typeface="Arial"/>
                <a:cs typeface="Arial"/>
              </a:rPr>
              <a:t>server</a:t>
            </a:r>
            <a:r>
              <a:rPr dirty="0" sz="2100" spc="110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2100" spc="105">
                <a:solidFill>
                  <a:srgbClr val="21211F"/>
                </a:solidFill>
                <a:latin typeface="Arial"/>
                <a:cs typeface="Arial"/>
              </a:rPr>
              <a:t>configurations</a:t>
            </a:r>
            <a:r>
              <a:rPr dirty="0" sz="2100" spc="105">
                <a:solidFill>
                  <a:srgbClr val="444646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79843" y="3389742"/>
            <a:ext cx="86931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70">
                <a:solidFill>
                  <a:srgbClr val="444646"/>
                </a:solidFill>
                <a:latin typeface="Arial"/>
                <a:cs typeface="Arial"/>
              </a:rPr>
              <a:t>SERVER•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4816" y="3874856"/>
            <a:ext cx="1066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des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top_mcp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8956" y="4908914"/>
            <a:ext cx="5778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fathom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92966" y="4896148"/>
            <a:ext cx="30721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fatho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m</a:t>
            </a:r>
            <a:r>
              <a:rPr dirty="0" sz="1350" spc="30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8E8E8E"/>
                </a:solidFill>
                <a:latin typeface="Arial"/>
                <a:cs typeface="Arial"/>
              </a:rPr>
              <a:t>•</a:t>
            </a:r>
            <a:r>
              <a:rPr dirty="0" sz="1350" spc="50">
                <a:solidFill>
                  <a:srgbClr val="8E8E8E"/>
                </a:solidFill>
                <a:latin typeface="Arial"/>
                <a:cs typeface="Arial"/>
              </a:rPr>
              <a:t> </a:t>
            </a:r>
            <a:r>
              <a:rPr dirty="0" sz="1350" spc="80">
                <a:solidFill>
                  <a:srgbClr val="343433"/>
                </a:solidFill>
                <a:latin typeface="Arial"/>
                <a:cs typeface="Arial"/>
              </a:rPr>
              <a:t>mcp</a:t>
            </a:r>
            <a:r>
              <a:rPr dirty="0" sz="1350" spc="-240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 spc="90">
                <a:solidFill>
                  <a:srgbClr val="343433"/>
                </a:solidFill>
                <a:latin typeface="Arial"/>
                <a:cs typeface="Arial"/>
              </a:rPr>
              <a:t>&amp;</a:t>
            </a:r>
            <a:r>
              <a:rPr dirty="0" sz="1350" spc="-140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emn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i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o/</a:t>
            </a:r>
            <a:r>
              <a:rPr dirty="0" sz="1350" spc="295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fat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hom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,</a:t>
            </a:r>
            <a:r>
              <a:rPr dirty="0" sz="1350" spc="-25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fathom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9141" y="5419559"/>
            <a:ext cx="7289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n8n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-</a:t>
            </a:r>
            <a:r>
              <a:rPr dirty="0" sz="1350" spc="-25">
                <a:solidFill>
                  <a:srgbClr val="444646"/>
                </a:solidFill>
                <a:latin typeface="Arial"/>
                <a:cs typeface="Arial"/>
              </a:rPr>
              <a:t>mcp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83152" y="5406793"/>
            <a:ext cx="34677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n8n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-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mcp</a:t>
            </a:r>
            <a:r>
              <a:rPr dirty="0" sz="1350" spc="434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8E8E8E"/>
                </a:solidFill>
                <a:latin typeface="Arial"/>
                <a:cs typeface="Arial"/>
              </a:rPr>
              <a:t>•</a:t>
            </a:r>
            <a:r>
              <a:rPr dirty="0" sz="1350" spc="130">
                <a:solidFill>
                  <a:srgbClr val="8E8E8E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wemetre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nt</a:t>
            </a:r>
            <a:r>
              <a:rPr dirty="0" sz="1350" spc="155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senase</a:t>
            </a:r>
            <a:r>
              <a:rPr dirty="0" sz="1350" spc="-10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5B5B5D"/>
                </a:solidFill>
                <a:latin typeface="Arial"/>
                <a:cs typeface="Arial"/>
              </a:rPr>
              <a:t>sriirn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n8n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-</a:t>
            </a:r>
            <a:r>
              <a:rPr dirty="0" sz="1350" spc="-25">
                <a:solidFill>
                  <a:srgbClr val="5B5B5D"/>
                </a:solidFill>
                <a:latin typeface="Arial"/>
                <a:cs typeface="Arial"/>
              </a:rPr>
              <a:t>mcp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95019" y="5930205"/>
            <a:ext cx="108331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google-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s</a:t>
            </a:r>
            <a:r>
              <a:rPr dirty="0" sz="1350" spc="-10"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ide</a:t>
            </a: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5019" y="6440851"/>
            <a:ext cx="100647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goog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e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-</a:t>
            </a:r>
            <a:r>
              <a:rPr dirty="0" sz="1350" spc="-20">
                <a:solidFill>
                  <a:srgbClr val="444646"/>
                </a:solidFill>
                <a:latin typeface="Arial"/>
                <a:cs typeface="Arial"/>
              </a:rPr>
              <a:t>docs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77809" y="2547176"/>
            <a:ext cx="1521460" cy="1075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Scope</a:t>
            </a:r>
            <a:r>
              <a:rPr dirty="0" sz="1350" spc="-10">
                <a:solidFill>
                  <a:srgbClr val="5B5B5D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  <a:p>
            <a:pPr marL="301625">
              <a:lnSpc>
                <a:spcPct val="100000"/>
              </a:lnSpc>
              <a:spcBef>
                <a:spcPts val="994"/>
              </a:spcBef>
              <a:tabLst>
                <a:tab pos="1110615" algn="l"/>
              </a:tabLst>
            </a:pP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System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	</a:t>
            </a:r>
            <a:r>
              <a:rPr dirty="0" sz="1350" spc="-20">
                <a:solidFill>
                  <a:srgbClr val="21211F"/>
                </a:solidFill>
                <a:latin typeface="Arial"/>
                <a:cs typeface="Arial"/>
              </a:rPr>
              <a:t>U</a:t>
            </a:r>
            <a:r>
              <a:rPr dirty="0" sz="1350" spc="-20">
                <a:solidFill>
                  <a:srgbClr val="444646"/>
                </a:solidFill>
                <a:latin typeface="Arial"/>
                <a:cs typeface="Arial"/>
              </a:rPr>
              <a:t>ser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55">
                <a:solidFill>
                  <a:srgbClr val="444646"/>
                </a:solidFill>
                <a:latin typeface="Arial"/>
                <a:cs typeface="Arial"/>
              </a:rPr>
              <a:t>TYPE</a:t>
            </a:r>
            <a:r>
              <a:rPr dirty="0" sz="1350" spc="-135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80">
                <a:solidFill>
                  <a:srgbClr val="343433"/>
                </a:solidFill>
                <a:latin typeface="Arial"/>
                <a:cs typeface="Arial"/>
              </a:rPr>
              <a:t>&amp;</a:t>
            </a:r>
            <a:r>
              <a:rPr dirty="0" sz="1350" spc="-160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COMMAND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75270" y="2879096"/>
            <a:ext cx="56959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P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r</a:t>
            </a: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oject</a:t>
            </a:r>
            <a:endParaRPr sz="1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88826" y="3874856"/>
            <a:ext cx="342709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desktop..mcp</a:t>
            </a:r>
            <a:r>
              <a:rPr dirty="0" sz="1350" spc="65">
                <a:solidFill>
                  <a:srgbClr val="444646"/>
                </a:solidFill>
                <a:latin typeface="Arial"/>
                <a:cs typeface="Arial"/>
              </a:rPr>
              <a:t>  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-</a:t>
            </a:r>
            <a:r>
              <a:rPr dirty="0" sz="1350" spc="254">
                <a:solidFill>
                  <a:srgbClr val="72727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mcp</a:t>
            </a:r>
            <a:r>
              <a:rPr dirty="0" sz="1350" spc="-125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43433"/>
                </a:solidFill>
                <a:latin typeface="Arial"/>
                <a:cs typeface="Arial"/>
              </a:rPr>
              <a:t>&amp;</a:t>
            </a:r>
            <a:r>
              <a:rPr dirty="0" sz="1350" spc="-85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s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w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si</a:t>
            </a:r>
            <a:r>
              <a:rPr dirty="0" sz="1350">
                <a:solidFill>
                  <a:srgbClr val="727279"/>
                </a:solidFill>
                <a:latin typeface="Arial"/>
                <a:cs typeface="Arial"/>
              </a:rPr>
              <a:t>ay</a:t>
            </a:r>
            <a:r>
              <a:rPr dirty="0" sz="1350" spc="60">
                <a:solidFill>
                  <a:srgbClr val="727279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desktop..mcp</a:t>
            </a:r>
            <a:endParaRPr sz="13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89030" y="5930205"/>
            <a:ext cx="389762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goog</a:t>
            </a:r>
            <a:r>
              <a:rPr dirty="0" sz="1350"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e-slides</a:t>
            </a:r>
            <a:r>
              <a:rPr dirty="0" sz="1350" spc="70">
                <a:solidFill>
                  <a:srgbClr val="343433"/>
                </a:solidFill>
                <a:latin typeface="Arial"/>
                <a:cs typeface="Arial"/>
              </a:rPr>
              <a:t> 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-</a:t>
            </a:r>
            <a:r>
              <a:rPr dirty="0" sz="1350" spc="390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350" spc="-60">
                <a:solidFill>
                  <a:srgbClr val="727279"/>
                </a:solidFill>
                <a:latin typeface="Arial"/>
                <a:cs typeface="Arial"/>
              </a:rPr>
              <a:t>111n</a:t>
            </a:r>
            <a:r>
              <a:rPr dirty="0" sz="1350" spc="-60">
                <a:solidFill>
                  <a:srgbClr val="5B5B5D"/>
                </a:solidFill>
                <a:latin typeface="Arial"/>
                <a:cs typeface="Arial"/>
              </a:rPr>
              <a:t>ooK</a:t>
            </a:r>
            <a:r>
              <a:rPr dirty="0" sz="1350" spc="-60">
                <a:solidFill>
                  <a:srgbClr val="444646"/>
                </a:solidFill>
                <a:latin typeface="Arial"/>
                <a:cs typeface="Arial"/>
              </a:rPr>
              <a:t>app</a:t>
            </a:r>
            <a:r>
              <a:rPr dirty="0" sz="1350" spc="-60">
                <a:solidFill>
                  <a:srgbClr val="727279"/>
                </a:solidFill>
                <a:latin typeface="Arial"/>
                <a:cs typeface="Arial"/>
              </a:rPr>
              <a:t>li</a:t>
            </a:r>
            <a:r>
              <a:rPr dirty="0" sz="1350" spc="-60">
                <a:solidFill>
                  <a:srgbClr val="5B5B5D"/>
                </a:solidFill>
                <a:latin typeface="Arial"/>
                <a:cs typeface="Arial"/>
              </a:rPr>
              <a:t>cations</a:t>
            </a:r>
            <a:r>
              <a:rPr dirty="0" sz="1350" spc="-60">
                <a:solidFill>
                  <a:srgbClr val="727279"/>
                </a:solidFill>
                <a:latin typeface="Arial"/>
                <a:cs typeface="Arial"/>
              </a:rPr>
              <a:t>,</a:t>
            </a:r>
            <a:r>
              <a:rPr dirty="0" sz="1350" spc="55">
                <a:solidFill>
                  <a:srgbClr val="72727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google-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s</a:t>
            </a:r>
            <a:r>
              <a:rPr dirty="0" sz="1350" spc="-10">
                <a:solidFill>
                  <a:srgbClr val="5B5B5D"/>
                </a:solidFill>
                <a:latin typeface="Arial"/>
                <a:cs typeface="Arial"/>
              </a:rPr>
              <a:t>lides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89030" y="6440851"/>
            <a:ext cx="396112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go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o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gle-do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cs</a:t>
            </a:r>
            <a:r>
              <a:rPr dirty="0" sz="1350" spc="484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-</a:t>
            </a:r>
            <a:r>
              <a:rPr dirty="0" sz="1350" spc="260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5B5B5D"/>
                </a:solidFill>
                <a:latin typeface="Arial"/>
                <a:cs typeface="Arial"/>
              </a:rPr>
              <a:t>vhooK</a:t>
            </a:r>
            <a:r>
              <a:rPr dirty="0" sz="1350" spc="85">
                <a:solidFill>
                  <a:srgbClr val="5B5B5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acp.piace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-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work,</a:t>
            </a:r>
            <a:r>
              <a:rPr dirty="0" sz="1350" spc="4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goog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e-</a:t>
            </a:r>
            <a:r>
              <a:rPr dirty="0" sz="1350" spc="-20">
                <a:solidFill>
                  <a:srgbClr val="444646"/>
                </a:solidFill>
                <a:latin typeface="Arial"/>
                <a:cs typeface="Arial"/>
              </a:rPr>
              <a:t>docs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154431" y="2879096"/>
            <a:ext cx="977265" cy="232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05"/>
              </a:lnSpc>
            </a:pPr>
            <a:r>
              <a:rPr dirty="0" sz="1750">
                <a:solidFill>
                  <a:srgbClr val="A1A1A1"/>
                </a:solidFill>
                <a:latin typeface="Arial"/>
                <a:cs typeface="Arial"/>
              </a:rPr>
              <a:t>0.</a:t>
            </a:r>
            <a:r>
              <a:rPr dirty="0" sz="1750" spc="215">
                <a:solidFill>
                  <a:srgbClr val="A1A1A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8E8E8E"/>
                </a:solidFill>
                <a:latin typeface="Arial"/>
                <a:cs typeface="Arial"/>
              </a:rPr>
              <a:t>Discover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747615" y="3389742"/>
            <a:ext cx="13779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5">
                <a:solidFill>
                  <a:srgbClr val="444646"/>
                </a:solidFill>
                <a:latin typeface="Arial"/>
                <a:cs typeface="Arial"/>
              </a:rPr>
              <a:t>CO</a:t>
            </a:r>
            <a:r>
              <a:rPr dirty="0" sz="1350" spc="-55">
                <a:solidFill>
                  <a:srgbClr val="21211F"/>
                </a:solidFill>
                <a:latin typeface="Arial"/>
                <a:cs typeface="Arial"/>
              </a:rPr>
              <a:t>N</a:t>
            </a:r>
            <a:r>
              <a:rPr dirty="0" sz="1350" spc="-55">
                <a:solidFill>
                  <a:srgbClr val="5B5B5D"/>
                </a:solidFill>
                <a:latin typeface="Arial"/>
                <a:cs typeface="Arial"/>
              </a:rPr>
              <a:t>F</a:t>
            </a:r>
            <a:r>
              <a:rPr dirty="0" sz="1350" spc="-55">
                <a:solidFill>
                  <a:srgbClr val="21211F"/>
                </a:solidFill>
                <a:latin typeface="Arial"/>
                <a:cs typeface="Arial"/>
              </a:rPr>
              <a:t>I</a:t>
            </a:r>
            <a:r>
              <a:rPr dirty="0" sz="1350" spc="-55">
                <a:solidFill>
                  <a:srgbClr val="444646"/>
                </a:solidFill>
                <a:latin typeface="Arial"/>
                <a:cs typeface="Arial"/>
              </a:rPr>
              <a:t>GURATION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46111" y="4289755"/>
            <a:ext cx="313690" cy="1368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65">
                <a:solidFill>
                  <a:srgbClr val="343433"/>
                </a:solidFill>
                <a:latin typeface="Arial"/>
                <a:cs typeface="Arial"/>
              </a:rPr>
              <a:t>(</a:t>
            </a:r>
            <a:r>
              <a:rPr dirty="0" sz="2100" spc="-65">
                <a:solidFill>
                  <a:srgbClr val="5B5B5D"/>
                </a:solidFill>
                <a:latin typeface="Arial"/>
                <a:cs typeface="Arial"/>
              </a:rPr>
              <a:t>.</a:t>
            </a:r>
            <a:r>
              <a:rPr dirty="0" sz="2100" spc="-65">
                <a:solidFill>
                  <a:srgbClr val="343433"/>
                </a:solidFill>
                <a:latin typeface="Arial"/>
                <a:cs typeface="Arial"/>
              </a:rPr>
              <a:t>..</a:t>
            </a:r>
            <a:r>
              <a:rPr dirty="0" sz="1300" spc="-65">
                <a:solidFill>
                  <a:srgbClr val="343433"/>
                </a:solidFill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1250" spc="-45">
                <a:solidFill>
                  <a:srgbClr val="343433"/>
                </a:solidFill>
                <a:latin typeface="Arial"/>
                <a:cs typeface="Arial"/>
              </a:rPr>
              <a:t>(</a:t>
            </a:r>
            <a:r>
              <a:rPr dirty="0" sz="2000" spc="-45">
                <a:solidFill>
                  <a:srgbClr val="5B5B5D"/>
                </a:solidFill>
                <a:latin typeface="Arial"/>
                <a:cs typeface="Arial"/>
              </a:rPr>
              <a:t>...</a:t>
            </a:r>
            <a:r>
              <a:rPr dirty="0" sz="1300" spc="-45">
                <a:solidFill>
                  <a:srgbClr val="343433"/>
                </a:solidFill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300" spc="-70">
                <a:solidFill>
                  <a:srgbClr val="444646"/>
                </a:solidFill>
                <a:latin typeface="Arial"/>
                <a:cs typeface="Arial"/>
              </a:rPr>
              <a:t>(</a:t>
            </a:r>
            <a:r>
              <a:rPr dirty="0" sz="2100" spc="-70">
                <a:solidFill>
                  <a:srgbClr val="343433"/>
                </a:solidFill>
                <a:latin typeface="Arial"/>
                <a:cs typeface="Arial"/>
              </a:rPr>
              <a:t>...</a:t>
            </a:r>
            <a:r>
              <a:rPr dirty="0" sz="1300" spc="-70">
                <a:solidFill>
                  <a:srgbClr val="343433"/>
                </a:solidFill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745724" y="5930205"/>
            <a:ext cx="331851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("rctsretop":</a:t>
            </a:r>
            <a:r>
              <a:rPr dirty="0" sz="1350" spc="6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"goog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le</a:t>
            </a:r>
            <a:r>
              <a:rPr dirty="0" sz="1350" spc="21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444646"/>
                </a:solidFill>
                <a:latin typeface="Arial"/>
                <a:cs typeface="Arial"/>
              </a:rPr>
              <a:t>slides"</a:t>
            </a:r>
            <a:r>
              <a:rPr dirty="0" sz="1350" spc="-20">
                <a:solidFill>
                  <a:srgbClr val="727279"/>
                </a:solidFill>
                <a:latin typeface="Arial"/>
                <a:cs typeface="Arial"/>
              </a:rPr>
              <a:t>,</a:t>
            </a:r>
            <a:r>
              <a:rPr dirty="0" sz="1350" spc="145">
                <a:solidFill>
                  <a:srgbClr val="72727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google-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s</a:t>
            </a:r>
            <a:r>
              <a:rPr dirty="0" sz="1350" spc="-10">
                <a:solidFill>
                  <a:srgbClr val="5B5B5D"/>
                </a:solidFill>
                <a:latin typeface="Arial"/>
                <a:cs typeface="Arial"/>
              </a:rPr>
              <a:t>li</a:t>
            </a:r>
            <a:r>
              <a:rPr dirty="0" sz="1350" spc="-10">
                <a:solidFill>
                  <a:srgbClr val="343433"/>
                </a:solidFill>
                <a:latin typeface="Arial"/>
                <a:cs typeface="Arial"/>
              </a:rPr>
              <a:t>de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..</a:t>
            </a: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745724" y="6440851"/>
            <a:ext cx="320294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("retstetop":</a:t>
            </a:r>
            <a:r>
              <a:rPr dirty="0" sz="1350" spc="-65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"goog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e</a:t>
            </a:r>
            <a:r>
              <a:rPr dirty="0" sz="1350" spc="34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5B5B5D"/>
                </a:solidFill>
                <a:latin typeface="Arial"/>
                <a:cs typeface="Arial"/>
              </a:rPr>
              <a:t>slides·</a:t>
            </a:r>
            <a:r>
              <a:rPr dirty="0" sz="1350" spc="-20">
                <a:solidFill>
                  <a:srgbClr val="727279"/>
                </a:solidFill>
                <a:latin typeface="Arial"/>
                <a:cs typeface="Arial"/>
              </a:rPr>
              <a:t>,</a:t>
            </a:r>
            <a:r>
              <a:rPr dirty="0" sz="1350" spc="254">
                <a:solidFill>
                  <a:srgbClr val="72727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go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o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gle-</a:t>
            </a:r>
            <a:r>
              <a:rPr dirty="0" sz="1350" spc="-20">
                <a:solidFill>
                  <a:srgbClr val="5B5B5D"/>
                </a:solidFill>
                <a:latin typeface="Arial"/>
                <a:cs typeface="Arial"/>
              </a:rPr>
              <a:t>docs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194674" y="2879096"/>
            <a:ext cx="6223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444646"/>
                </a:solidFill>
                <a:latin typeface="Arial"/>
                <a:cs typeface="Arial"/>
              </a:rPr>
              <a:t>Profiles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952368" y="2247172"/>
            <a:ext cx="5543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45">
                <a:solidFill>
                  <a:srgbClr val="4B4B89"/>
                </a:solidFill>
                <a:latin typeface="Arial"/>
                <a:cs typeface="Arial"/>
              </a:rPr>
              <a:t>..</a:t>
            </a:r>
            <a:endParaRPr sz="7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424708" y="3389742"/>
            <a:ext cx="7429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444646"/>
                </a:solidFill>
                <a:latin typeface="Arial"/>
                <a:cs typeface="Arial"/>
              </a:rPr>
              <a:t>ACTIONS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417596" y="3655957"/>
            <a:ext cx="1046480" cy="309372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410845" algn="l"/>
                <a:tab pos="821055" algn="l"/>
              </a:tabLst>
            </a:pPr>
            <a:r>
              <a:rPr dirty="0" sz="2350" spc="-395">
                <a:solidFill>
                  <a:srgbClr val="444646"/>
                </a:solidFill>
                <a:latin typeface="Arial"/>
                <a:cs typeface="Arial"/>
              </a:rPr>
              <a:t>19</a:t>
            </a:r>
            <a:r>
              <a:rPr dirty="0" sz="2350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baseline="2525" sz="3300" spc="-37" i="1">
                <a:solidFill>
                  <a:srgbClr val="444646"/>
                </a:solidFill>
                <a:latin typeface="Arial"/>
                <a:cs typeface="Arial"/>
              </a:rPr>
              <a:t>t7</a:t>
            </a:r>
            <a:r>
              <a:rPr dirty="0" baseline="2525" sz="3300" i="1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444646"/>
                </a:solidFill>
                <a:latin typeface="Arial"/>
                <a:cs typeface="Arial"/>
              </a:rPr>
              <a:t>®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10845" algn="l"/>
                <a:tab pos="821055" algn="l"/>
              </a:tabLst>
            </a:pPr>
            <a:r>
              <a:rPr dirty="0" sz="2350" spc="-395">
                <a:solidFill>
                  <a:srgbClr val="444646"/>
                </a:solidFill>
                <a:latin typeface="Arial"/>
                <a:cs typeface="Arial"/>
              </a:rPr>
              <a:t>19</a:t>
            </a:r>
            <a:r>
              <a:rPr dirty="0" sz="2350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baseline="2525" sz="3300" spc="-37" i="1">
                <a:solidFill>
                  <a:srgbClr val="444646"/>
                </a:solidFill>
                <a:latin typeface="Arial"/>
                <a:cs typeface="Arial"/>
              </a:rPr>
              <a:t>t7</a:t>
            </a:r>
            <a:r>
              <a:rPr dirty="0" baseline="2525" sz="3300" i="1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444646"/>
                </a:solidFill>
                <a:latin typeface="Arial"/>
                <a:cs typeface="Arial"/>
              </a:rPr>
              <a:t>®</a:t>
            </a:r>
            <a:endParaRPr sz="23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255"/>
              </a:spcBef>
              <a:tabLst>
                <a:tab pos="410845" algn="l"/>
                <a:tab pos="821055" algn="l"/>
              </a:tabLst>
            </a:pPr>
            <a:r>
              <a:rPr dirty="0" sz="2200" spc="-300">
                <a:solidFill>
                  <a:srgbClr val="444646"/>
                </a:solidFill>
                <a:latin typeface="Arial"/>
                <a:cs typeface="Arial"/>
              </a:rPr>
              <a:t>19</a:t>
            </a:r>
            <a:r>
              <a:rPr dirty="0" sz="2200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200" spc="-25" i="1">
                <a:solidFill>
                  <a:srgbClr val="444646"/>
                </a:solidFill>
                <a:latin typeface="Arial"/>
                <a:cs typeface="Arial"/>
              </a:rPr>
              <a:t>t7</a:t>
            </a:r>
            <a:r>
              <a:rPr dirty="0" sz="2200" i="1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444646"/>
                </a:solidFill>
                <a:latin typeface="Arial"/>
                <a:cs typeface="Arial"/>
              </a:rPr>
              <a:t>®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  <a:tabLst>
                <a:tab pos="410845" algn="l"/>
                <a:tab pos="821055" algn="l"/>
              </a:tabLst>
            </a:pPr>
            <a:r>
              <a:rPr dirty="0" sz="2350" spc="-395">
                <a:solidFill>
                  <a:srgbClr val="444646"/>
                </a:solidFill>
                <a:latin typeface="Arial"/>
                <a:cs typeface="Arial"/>
              </a:rPr>
              <a:t>19</a:t>
            </a:r>
            <a:r>
              <a:rPr dirty="0" sz="2350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200" spc="-25" i="1">
                <a:solidFill>
                  <a:srgbClr val="444646"/>
                </a:solidFill>
                <a:latin typeface="Arial"/>
                <a:cs typeface="Arial"/>
              </a:rPr>
              <a:t>t7</a:t>
            </a:r>
            <a:r>
              <a:rPr dirty="0" sz="2200" i="1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444646"/>
                </a:solidFill>
                <a:latin typeface="Arial"/>
                <a:cs typeface="Arial"/>
              </a:rPr>
              <a:t>®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410845" algn="l"/>
                <a:tab pos="821055" algn="l"/>
              </a:tabLst>
            </a:pPr>
            <a:r>
              <a:rPr dirty="0" sz="2350" spc="-395">
                <a:solidFill>
                  <a:srgbClr val="444646"/>
                </a:solidFill>
                <a:latin typeface="Arial"/>
                <a:cs typeface="Arial"/>
              </a:rPr>
              <a:t>19</a:t>
            </a:r>
            <a:r>
              <a:rPr dirty="0" sz="2350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baseline="2525" sz="3300" spc="-37" i="1">
                <a:solidFill>
                  <a:srgbClr val="444646"/>
                </a:solidFill>
                <a:latin typeface="Arial"/>
                <a:cs typeface="Arial"/>
              </a:rPr>
              <a:t>t7</a:t>
            </a:r>
            <a:r>
              <a:rPr dirty="0" baseline="2525" sz="3300" i="1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444646"/>
                </a:solidFill>
                <a:latin typeface="Arial"/>
                <a:cs typeface="Arial"/>
              </a:rPr>
              <a:t>®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10845" algn="l"/>
                <a:tab pos="821055" algn="l"/>
              </a:tabLst>
            </a:pPr>
            <a:r>
              <a:rPr dirty="0" sz="2350" spc="-395">
                <a:solidFill>
                  <a:srgbClr val="444646"/>
                </a:solidFill>
                <a:latin typeface="Arial"/>
                <a:cs typeface="Arial"/>
              </a:rPr>
              <a:t>19</a:t>
            </a:r>
            <a:r>
              <a:rPr dirty="0" sz="2350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baseline="2525" sz="3300" spc="-37" i="1">
                <a:solidFill>
                  <a:srgbClr val="444646"/>
                </a:solidFill>
                <a:latin typeface="Arial"/>
                <a:cs typeface="Arial"/>
              </a:rPr>
              <a:t>t7</a:t>
            </a:r>
            <a:r>
              <a:rPr dirty="0" baseline="2525" sz="3300" i="1">
                <a:solidFill>
                  <a:srgbClr val="444646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444646"/>
                </a:solidFill>
                <a:latin typeface="Arial"/>
                <a:cs typeface="Arial"/>
              </a:rPr>
              <a:t>®</a:t>
            </a:r>
            <a:endParaRPr sz="2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15470" y="7596187"/>
            <a:ext cx="831786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Config</a:t>
            </a:r>
            <a:r>
              <a:rPr dirty="0" sz="1350" spc="4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Fi</a:t>
            </a:r>
            <a:r>
              <a:rPr dirty="0" sz="1350">
                <a:solidFill>
                  <a:srgbClr val="5B5B5D"/>
                </a:solidFill>
                <a:latin typeface="Arial"/>
                <a:cs typeface="Arial"/>
              </a:rPr>
              <a:t>le</a:t>
            </a:r>
            <a:r>
              <a:rPr dirty="0" sz="1350">
                <a:solidFill>
                  <a:srgbClr val="343433"/>
                </a:solidFill>
                <a:latin typeface="Arial"/>
                <a:cs typeface="Arial"/>
              </a:rPr>
              <a:t>:</a:t>
            </a:r>
            <a:r>
              <a:rPr dirty="0" sz="1350" spc="315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/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Us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ers/briandawson/Library/Application</a:t>
            </a:r>
            <a:r>
              <a:rPr dirty="0" sz="1350" spc="105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Suppor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t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/C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aude/c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aude_desktop_config.</a:t>
            </a:r>
            <a:r>
              <a:rPr dirty="0" sz="1350">
                <a:solidFill>
                  <a:srgbClr val="21211F"/>
                </a:solidFill>
                <a:latin typeface="Arial"/>
                <a:cs typeface="Arial"/>
              </a:rPr>
              <a:t>j</a:t>
            </a: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son</a:t>
            </a:r>
            <a:r>
              <a:rPr dirty="0" sz="1350" spc="254">
                <a:solidFill>
                  <a:srgbClr val="444646"/>
                </a:solidFill>
                <a:latin typeface="Arial"/>
                <a:cs typeface="Arial"/>
              </a:rPr>
              <a:t>  </a:t>
            </a:r>
            <a:r>
              <a:rPr dirty="0" sz="2200" spc="-305">
                <a:solidFill>
                  <a:srgbClr val="444646"/>
                </a:solidFill>
                <a:latin typeface="Arial"/>
                <a:cs typeface="Arial"/>
              </a:rPr>
              <a:t>e&gt;</a:t>
            </a:r>
            <a:r>
              <a:rPr dirty="0" sz="2200" spc="-105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444646"/>
                </a:solidFill>
                <a:latin typeface="Arial"/>
                <a:cs typeface="Arial"/>
              </a:rPr>
              <a:t>Open</a:t>
            </a:r>
            <a:endParaRPr sz="13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302232" y="7704700"/>
            <a:ext cx="112585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Format:</a:t>
            </a:r>
            <a:r>
              <a:rPr dirty="0" sz="1350" spc="2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43433"/>
                </a:solidFill>
                <a:latin typeface="Arial"/>
                <a:cs typeface="Arial"/>
              </a:rPr>
              <a:t>JSON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938754" y="7704700"/>
            <a:ext cx="7988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44646"/>
                </a:solidFill>
                <a:latin typeface="Arial"/>
                <a:cs typeface="Arial"/>
              </a:rPr>
              <a:t>Servers:</a:t>
            </a:r>
            <a:r>
              <a:rPr dirty="0" sz="1350" spc="-120">
                <a:solidFill>
                  <a:srgbClr val="444646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444646"/>
                </a:solidFill>
                <a:latin typeface="Arial"/>
                <a:cs typeface="Arial"/>
              </a:rPr>
              <a:t>6</a:t>
            </a:r>
            <a:endParaRPr sz="13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71824" y="8515350"/>
            <a:ext cx="2780030" cy="65405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0320" marR="5080" indent="-8255">
              <a:lnSpc>
                <a:spcPts val="2410"/>
              </a:lnSpc>
              <a:spcBef>
                <a:spcPts val="280"/>
              </a:spcBef>
            </a:pPr>
            <a:r>
              <a:rPr dirty="0" sz="2100" spc="100">
                <a:solidFill>
                  <a:srgbClr val="21211F"/>
                </a:solidFill>
                <a:latin typeface="Arial"/>
                <a:cs typeface="Arial"/>
              </a:rPr>
              <a:t>Instantly</a:t>
            </a:r>
            <a:r>
              <a:rPr dirty="0" sz="2100" spc="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114">
                <a:solidFill>
                  <a:srgbClr val="21211F"/>
                </a:solidFill>
                <a:latin typeface="Arial"/>
                <a:cs typeface="Arial"/>
              </a:rPr>
              <a:t>locate</a:t>
            </a:r>
            <a:r>
              <a:rPr dirty="0" sz="2100" spc="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95">
                <a:solidFill>
                  <a:srgbClr val="21211F"/>
                </a:solidFill>
                <a:latin typeface="Arial"/>
                <a:cs typeface="Arial"/>
              </a:rPr>
              <a:t>the </a:t>
            </a:r>
            <a:r>
              <a:rPr dirty="0" sz="2100" spc="100">
                <a:solidFill>
                  <a:srgbClr val="21211F"/>
                </a:solidFill>
                <a:latin typeface="Arial"/>
                <a:cs typeface="Arial"/>
              </a:rPr>
              <a:t>underlying</a:t>
            </a:r>
            <a:r>
              <a:rPr dirty="0" sz="2100" spc="5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50">
                <a:solidFill>
                  <a:srgbClr val="343433"/>
                </a:solidFill>
                <a:latin typeface="Arial"/>
                <a:cs typeface="Arial"/>
              </a:rPr>
              <a:t>JSON</a:t>
            </a:r>
            <a:r>
              <a:rPr dirty="0" sz="2100" spc="45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2100" spc="80">
                <a:solidFill>
                  <a:srgbClr val="21211F"/>
                </a:solidFill>
                <a:latin typeface="Arial"/>
                <a:cs typeface="Arial"/>
              </a:rPr>
              <a:t>file.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3834" y="4034366"/>
            <a:ext cx="5273084" cy="37021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9662" y="6893983"/>
            <a:ext cx="815162" cy="3319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38814" y="7136538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5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966183" y="7698247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 h="0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3175">
            <a:solidFill>
              <a:srgbClr val="D6DF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78543" y="8081232"/>
            <a:ext cx="12456795" cy="0"/>
          </a:xfrm>
          <a:custGeom>
            <a:avLst/>
            <a:gdLst/>
            <a:ahLst/>
            <a:cxnLst/>
            <a:rect l="l" t="t" r="r" b="b"/>
            <a:pathLst>
              <a:path w="12456794" h="0">
                <a:moveTo>
                  <a:pt x="0" y="0"/>
                </a:moveTo>
                <a:lnTo>
                  <a:pt x="1245670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73300" y="293952"/>
            <a:ext cx="10494645" cy="1350645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 indent="12065">
              <a:lnSpc>
                <a:spcPts val="5130"/>
              </a:lnSpc>
              <a:spcBef>
                <a:spcPts val="375"/>
              </a:spcBef>
            </a:pPr>
            <a:r>
              <a:rPr dirty="0" sz="4400" spc="100">
                <a:solidFill>
                  <a:srgbClr val="1F1F1C"/>
                </a:solidFill>
              </a:rPr>
              <a:t>Visualize</a:t>
            </a:r>
            <a:r>
              <a:rPr dirty="0" sz="4400" spc="85">
                <a:solidFill>
                  <a:srgbClr val="1F1F1C"/>
                </a:solidFill>
              </a:rPr>
              <a:t> </a:t>
            </a:r>
            <a:r>
              <a:rPr dirty="0" sz="4400">
                <a:solidFill>
                  <a:srgbClr val="1F1F1C"/>
                </a:solidFill>
              </a:rPr>
              <a:t>Your</a:t>
            </a:r>
            <a:r>
              <a:rPr dirty="0" sz="4400" spc="-95">
                <a:solidFill>
                  <a:srgbClr val="1F1F1C"/>
                </a:solidFill>
              </a:rPr>
              <a:t> </a:t>
            </a:r>
            <a:r>
              <a:rPr dirty="0" sz="4400" spc="55">
                <a:solidFill>
                  <a:srgbClr val="1F1F1C"/>
                </a:solidFill>
              </a:rPr>
              <a:t>Entire</a:t>
            </a:r>
            <a:r>
              <a:rPr dirty="0" sz="4400" spc="-70">
                <a:solidFill>
                  <a:srgbClr val="1F1F1C"/>
                </a:solidFill>
              </a:rPr>
              <a:t> </a:t>
            </a:r>
            <a:r>
              <a:rPr dirty="0" sz="4400" spc="105">
                <a:solidFill>
                  <a:srgbClr val="1F1F1C"/>
                </a:solidFill>
              </a:rPr>
              <a:t>Al</a:t>
            </a:r>
            <a:r>
              <a:rPr dirty="0" sz="4400" spc="-175">
                <a:solidFill>
                  <a:srgbClr val="1F1F1C"/>
                </a:solidFill>
              </a:rPr>
              <a:t> </a:t>
            </a:r>
            <a:r>
              <a:rPr dirty="0" sz="4400" spc="95">
                <a:solidFill>
                  <a:srgbClr val="1F1F1C"/>
                </a:solidFill>
              </a:rPr>
              <a:t>Workspace</a:t>
            </a:r>
            <a:r>
              <a:rPr dirty="0" sz="4400" spc="85">
                <a:solidFill>
                  <a:srgbClr val="1F1F1C"/>
                </a:solidFill>
              </a:rPr>
              <a:t> </a:t>
            </a:r>
            <a:r>
              <a:rPr dirty="0" sz="4400" spc="175">
                <a:solidFill>
                  <a:srgbClr val="1F1F1C"/>
                </a:solidFill>
              </a:rPr>
              <a:t>to </a:t>
            </a:r>
            <a:r>
              <a:rPr dirty="0" sz="4400" spc="195">
                <a:solidFill>
                  <a:srgbClr val="1F1F1C"/>
                </a:solidFill>
              </a:rPr>
              <a:t>Instantly</a:t>
            </a:r>
            <a:r>
              <a:rPr dirty="0" sz="4400" spc="-60">
                <a:solidFill>
                  <a:srgbClr val="1F1F1C"/>
                </a:solidFill>
              </a:rPr>
              <a:t> </a:t>
            </a:r>
            <a:r>
              <a:rPr dirty="0" sz="4400" spc="95">
                <a:solidFill>
                  <a:srgbClr val="1F1F1C"/>
                </a:solidFill>
              </a:rPr>
              <a:t>Spot</a:t>
            </a:r>
            <a:r>
              <a:rPr dirty="0" sz="4400" spc="-120">
                <a:solidFill>
                  <a:srgbClr val="1F1F1C"/>
                </a:solidFill>
              </a:rPr>
              <a:t> </a:t>
            </a:r>
            <a:r>
              <a:rPr dirty="0" sz="4400" spc="75">
                <a:solidFill>
                  <a:srgbClr val="1F1F1C"/>
                </a:solidFill>
              </a:rPr>
              <a:t>Issues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4668754" y="1985171"/>
            <a:ext cx="821055" cy="410209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900" spc="150">
                <a:solidFill>
                  <a:srgbClr val="6B6D6E"/>
                </a:solidFill>
                <a:latin typeface="Arial"/>
                <a:cs typeface="Arial"/>
              </a:rPr>
              <a:t>Cl</a:t>
            </a:r>
            <a:r>
              <a:rPr dirty="0" sz="900" spc="150">
                <a:solidFill>
                  <a:srgbClr val="87898A"/>
                </a:solidFill>
                <a:latin typeface="Arial"/>
                <a:cs typeface="Arial"/>
              </a:rPr>
              <a:t>�</a:t>
            </a:r>
            <a:r>
              <a:rPr dirty="0" sz="900" spc="150">
                <a:solidFill>
                  <a:srgbClr val="57595B"/>
                </a:solidFill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229"/>
              </a:spcBef>
            </a:pPr>
            <a:r>
              <a:rPr dirty="0" sz="1300">
                <a:solidFill>
                  <a:srgbClr val="93745B"/>
                </a:solidFill>
                <a:latin typeface="Arial"/>
                <a:cs typeface="Arial"/>
              </a:rPr>
              <a:t>M </a:t>
            </a:r>
            <a:r>
              <a:rPr dirty="0" sz="900" spc="-10">
                <a:solidFill>
                  <a:srgbClr val="6B6D6E"/>
                </a:solidFill>
                <a:latin typeface="Arial"/>
                <a:cs typeface="Arial"/>
              </a:rPr>
              <a:t>De</a:t>
            </a:r>
            <a:r>
              <a:rPr dirty="0" sz="900" spc="-10">
                <a:solidFill>
                  <a:srgbClr val="87898A"/>
                </a:solidFill>
                <a:latin typeface="Arial"/>
                <a:cs typeface="Arial"/>
              </a:rPr>
              <a:t>s</a:t>
            </a:r>
            <a:r>
              <a:rPr dirty="0" sz="900" spc="-10">
                <a:solidFill>
                  <a:srgbClr val="6B6D6E"/>
                </a:solidFill>
                <a:latin typeface="Arial"/>
                <a:cs typeface="Arial"/>
              </a:rPr>
              <a:t>k1</a:t>
            </a:r>
            <a:r>
              <a:rPr dirty="0" sz="900" spc="-10">
                <a:solidFill>
                  <a:srgbClr val="87898A"/>
                </a:solidFill>
                <a:latin typeface="Arial"/>
                <a:cs typeface="Arial"/>
              </a:rPr>
              <a:t>o</a:t>
            </a:r>
            <a:r>
              <a:rPr dirty="0" sz="900" spc="-10">
                <a:solidFill>
                  <a:srgbClr val="6B6D6E"/>
                </a:solidFill>
                <a:latin typeface="Arial"/>
                <a:cs typeface="Arial"/>
              </a:rPr>
              <a:t>p</a:t>
            </a:r>
            <a:r>
              <a:rPr dirty="0" sz="900" spc="180">
                <a:solidFill>
                  <a:srgbClr val="6B6D6E"/>
                </a:solidFill>
                <a:latin typeface="Arial"/>
                <a:cs typeface="Arial"/>
              </a:rPr>
              <a:t> </a:t>
            </a:r>
            <a:r>
              <a:rPr dirty="0" sz="650" spc="-50">
                <a:solidFill>
                  <a:srgbClr val="6B6D6E"/>
                </a:solidFill>
                <a:latin typeface="Arial"/>
                <a:cs typeface="Arial"/>
              </a:rPr>
              <a:t>v</a:t>
            </a:r>
            <a:endParaRPr sz="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27702" y="1906741"/>
            <a:ext cx="618490" cy="4787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>
                <a:solidFill>
                  <a:srgbClr val="57595B"/>
                </a:solidFill>
                <a:latin typeface="Arial"/>
                <a:cs typeface="Arial"/>
              </a:rPr>
              <a:t>scope</a:t>
            </a:r>
            <a:endParaRPr sz="100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610"/>
              </a:spcBef>
            </a:pPr>
            <a:r>
              <a:rPr dirty="0" sz="900">
                <a:solidFill>
                  <a:srgbClr val="6B6D6E"/>
                </a:solidFill>
                <a:latin typeface="Arial"/>
                <a:cs typeface="Arial"/>
              </a:rPr>
              <a:t>All</a:t>
            </a:r>
            <a:r>
              <a:rPr dirty="0" sz="900" spc="35">
                <a:solidFill>
                  <a:srgbClr val="6B6D6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98A"/>
                </a:solidFill>
                <a:latin typeface="Arial"/>
                <a:cs typeface="Arial"/>
              </a:rPr>
              <a:t>u</a:t>
            </a:r>
            <a:r>
              <a:rPr dirty="0" sz="900">
                <a:solidFill>
                  <a:srgbClr val="6B6D6E"/>
                </a:solidFill>
                <a:latin typeface="Arial"/>
                <a:cs typeface="Arial"/>
              </a:rPr>
              <a:t>i</a:t>
            </a:r>
            <a:r>
              <a:rPr dirty="0" sz="900">
                <a:solidFill>
                  <a:srgbClr val="87898A"/>
                </a:solidFill>
                <a:latin typeface="Arial"/>
                <a:cs typeface="Arial"/>
              </a:rPr>
              <a:t>e</a:t>
            </a:r>
            <a:r>
              <a:rPr dirty="0" sz="900">
                <a:solidFill>
                  <a:srgbClr val="6B6D6E"/>
                </a:solidFill>
                <a:latin typeface="Arial"/>
                <a:cs typeface="Arial"/>
              </a:rPr>
              <a:t>n</a:t>
            </a:r>
            <a:r>
              <a:rPr dirty="0" sz="900">
                <a:solidFill>
                  <a:srgbClr val="87898A"/>
                </a:solidFill>
                <a:latin typeface="Arial"/>
                <a:cs typeface="Arial"/>
              </a:rPr>
              <a:t>t</a:t>
            </a:r>
            <a:r>
              <a:rPr dirty="0" sz="900" spc="280">
                <a:solidFill>
                  <a:srgbClr val="87898A"/>
                </a:solidFill>
                <a:latin typeface="Arial"/>
                <a:cs typeface="Arial"/>
              </a:rPr>
              <a:t> </a:t>
            </a:r>
            <a:r>
              <a:rPr dirty="0" sz="650" spc="-50">
                <a:solidFill>
                  <a:srgbClr val="87898A"/>
                </a:solidFill>
                <a:latin typeface="Arial"/>
                <a:cs typeface="Arial"/>
              </a:rPr>
              <a:t>v</a:t>
            </a:r>
            <a:endParaRPr sz="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6237" y="2068447"/>
            <a:ext cx="217043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7825" algn="l"/>
              </a:tabLst>
            </a:pPr>
            <a:r>
              <a:rPr dirty="0" sz="1100" spc="-25">
                <a:solidFill>
                  <a:srgbClr val="4B4DC1"/>
                </a:solidFill>
                <a:latin typeface="Arial"/>
                <a:cs typeface="Arial"/>
              </a:rPr>
              <a:t>""</a:t>
            </a:r>
            <a:r>
              <a:rPr dirty="0" sz="1100">
                <a:solidFill>
                  <a:srgbClr val="4B4DC1"/>
                </a:solidFill>
                <a:latin typeface="Arial"/>
                <a:cs typeface="Arial"/>
              </a:rPr>
              <a:t>	</a:t>
            </a:r>
            <a:r>
              <a:rPr dirty="0" sz="1100" spc="10">
                <a:solidFill>
                  <a:srgbClr val="424444"/>
                </a:solidFill>
                <a:latin typeface="Arial"/>
                <a:cs typeface="Arial"/>
              </a:rPr>
              <a:t>MCPConfigura</a:t>
            </a:r>
            <a:r>
              <a:rPr dirty="0" sz="1100" spc="10">
                <a:solidFill>
                  <a:srgbClr val="1F1F1C"/>
                </a:solidFill>
                <a:latin typeface="Arial"/>
                <a:cs typeface="Arial"/>
              </a:rPr>
              <a:t>t</a:t>
            </a:r>
            <a:r>
              <a:rPr dirty="0" sz="1100" spc="10">
                <a:solidFill>
                  <a:srgbClr val="57595B"/>
                </a:solidFill>
                <a:latin typeface="Arial"/>
                <a:cs typeface="Arial"/>
              </a:rPr>
              <a:t>ion</a:t>
            </a:r>
            <a:r>
              <a:rPr dirty="0" sz="1100">
                <a:solidFill>
                  <a:srgbClr val="57595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24444"/>
                </a:solidFill>
                <a:latin typeface="Arial"/>
                <a:cs typeface="Arial"/>
              </a:rPr>
              <a:t>Manager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7282" y="2170575"/>
            <a:ext cx="124269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5">
                <a:solidFill>
                  <a:srgbClr val="4B4DC1"/>
                </a:solidFill>
                <a:latin typeface="Arial"/>
                <a:cs typeface="Arial"/>
              </a:rPr>
              <a:t>IWil</a:t>
            </a:r>
            <a:r>
              <a:rPr dirty="0" sz="1300" spc="90">
                <a:solidFill>
                  <a:srgbClr val="4B4DC1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9A9C9E"/>
                </a:solidFill>
                <a:latin typeface="Arial"/>
                <a:cs typeface="Arial"/>
              </a:rPr>
              <a:t>MCPWorkspace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17223" y="2068446"/>
            <a:ext cx="66929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i="1">
                <a:solidFill>
                  <a:srgbClr val="9A9C9E"/>
                </a:solidFill>
                <a:latin typeface="Times New Roman"/>
                <a:cs typeface="Times New Roman"/>
              </a:rPr>
              <a:t>:i</a:t>
            </a:r>
            <a:r>
              <a:rPr dirty="0" sz="1600" spc="265" i="1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100" spc="40">
                <a:solidFill>
                  <a:srgbClr val="9A9C9E"/>
                </a:solidFill>
                <a:latin typeface="Times New Roman"/>
                <a:cs typeface="Times New Roman"/>
              </a:rPr>
              <a:t>lmpuN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77725" y="2176331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127369" y="127396"/>
                </a:moveTo>
                <a:lnTo>
                  <a:pt x="0" y="127396"/>
                </a:lnTo>
                <a:lnTo>
                  <a:pt x="0" y="0"/>
                </a:lnTo>
                <a:lnTo>
                  <a:pt x="127369" y="0"/>
                </a:lnTo>
                <a:lnTo>
                  <a:pt x="127369" y="127396"/>
                </a:lnTo>
                <a:close/>
              </a:path>
            </a:pathLst>
          </a:custGeom>
          <a:solidFill>
            <a:srgbClr val="4F5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686013" y="2144229"/>
            <a:ext cx="355600" cy="170180"/>
          </a:xfrm>
          <a:custGeom>
            <a:avLst/>
            <a:gdLst/>
            <a:ahLst/>
            <a:cxnLst/>
            <a:rect l="l" t="t" r="r" b="b"/>
            <a:pathLst>
              <a:path w="355600" h="170180">
                <a:moveTo>
                  <a:pt x="89154" y="0"/>
                </a:moveTo>
                <a:lnTo>
                  <a:pt x="0" y="0"/>
                </a:lnTo>
                <a:lnTo>
                  <a:pt x="0" y="169862"/>
                </a:lnTo>
                <a:lnTo>
                  <a:pt x="89154" y="169862"/>
                </a:lnTo>
                <a:lnTo>
                  <a:pt x="89154" y="0"/>
                </a:lnTo>
                <a:close/>
              </a:path>
              <a:path w="355600" h="170180">
                <a:moveTo>
                  <a:pt x="355587" y="0"/>
                </a:moveTo>
                <a:lnTo>
                  <a:pt x="117259" y="0"/>
                </a:lnTo>
                <a:lnTo>
                  <a:pt x="117259" y="169862"/>
                </a:lnTo>
                <a:lnTo>
                  <a:pt x="355587" y="169862"/>
                </a:lnTo>
                <a:lnTo>
                  <a:pt x="355587" y="0"/>
                </a:lnTo>
                <a:close/>
              </a:path>
            </a:pathLst>
          </a:custGeom>
          <a:solidFill>
            <a:srgbClr val="4F5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465025" y="2132276"/>
            <a:ext cx="5930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BFC4FD"/>
                </a:solidFill>
                <a:latin typeface="Arial"/>
                <a:cs typeface="Arial"/>
              </a:rPr>
              <a:t>•t-</a:t>
            </a:r>
            <a:r>
              <a:rPr dirty="0" sz="750" spc="245">
                <a:solidFill>
                  <a:srgbClr val="BFC4FD"/>
                </a:solidFill>
                <a:latin typeface="Arial"/>
                <a:cs typeface="Arial"/>
              </a:rPr>
              <a:t>  </a:t>
            </a:r>
            <a:r>
              <a:rPr dirty="0" sz="1000" spc="-10">
                <a:solidFill>
                  <a:srgbClr val="B1B5F9"/>
                </a:solidFill>
                <a:latin typeface="Arial"/>
                <a:cs typeface="Arial"/>
              </a:rPr>
              <a:t>V</a:t>
            </a:r>
            <a:r>
              <a:rPr dirty="0" sz="1000" spc="-10">
                <a:solidFill>
                  <a:srgbClr val="999CF9"/>
                </a:solidFill>
                <a:latin typeface="Arial"/>
                <a:cs typeface="Arial"/>
              </a:rPr>
              <a:t>i</a:t>
            </a:r>
            <a:r>
              <a:rPr dirty="0" sz="1000" spc="-10">
                <a:solidFill>
                  <a:srgbClr val="B1B5F9"/>
                </a:solidFill>
                <a:latin typeface="Arial"/>
                <a:cs typeface="Arial"/>
              </a:rPr>
              <a:t>sual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90407" y="2145043"/>
            <a:ext cx="690245" cy="179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05"/>
              </a:lnSpc>
              <a:tabLst>
                <a:tab pos="275590" algn="l"/>
              </a:tabLst>
            </a:pPr>
            <a:r>
              <a:rPr dirty="0" sz="1550" spc="-50">
                <a:solidFill>
                  <a:srgbClr val="9A9C9E"/>
                </a:solidFill>
                <a:latin typeface="Arial"/>
                <a:cs typeface="Arial"/>
              </a:rPr>
              <a:t>0</a:t>
            </a:r>
            <a:r>
              <a:rPr dirty="0" sz="1550">
                <a:solidFill>
                  <a:srgbClr val="9A9C9E"/>
                </a:solidFill>
                <a:latin typeface="Arial"/>
                <a:cs typeface="Arial"/>
              </a:rPr>
              <a:t>	</a:t>
            </a:r>
            <a:r>
              <a:rPr dirty="0" sz="1000" spc="-10">
                <a:solidFill>
                  <a:srgbClr val="6B6D6E"/>
                </a:solidFill>
                <a:latin typeface="Arial"/>
                <a:cs typeface="Arial"/>
              </a:rPr>
              <a:t>R</a:t>
            </a:r>
            <a:r>
              <a:rPr dirty="0" sz="1000" spc="-10">
                <a:solidFill>
                  <a:srgbClr val="87898A"/>
                </a:solidFill>
                <a:latin typeface="Arial"/>
                <a:cs typeface="Arial"/>
              </a:rPr>
              <a:t>eport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96859" y="2579091"/>
            <a:ext cx="215900" cy="619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20">
                <a:solidFill>
                  <a:srgbClr val="7775A3"/>
                </a:solidFill>
                <a:latin typeface="Arial"/>
                <a:cs typeface="Arial"/>
              </a:rPr>
              <a:t>00</a:t>
            </a:r>
            <a:endParaRPr sz="16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245"/>
              </a:spcBef>
            </a:pPr>
            <a:r>
              <a:rPr dirty="0" sz="1250" spc="-50">
                <a:solidFill>
                  <a:srgbClr val="87898A"/>
                </a:solidFill>
                <a:latin typeface="Arial"/>
                <a:cs typeface="Arial"/>
              </a:rPr>
              <a:t>§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06555" y="2566325"/>
            <a:ext cx="89725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57595B"/>
                </a:solidFill>
                <a:latin typeface="Arial"/>
                <a:cs typeface="Arial"/>
              </a:rPr>
              <a:t>Se</a:t>
            </a:r>
            <a:r>
              <a:rPr dirty="0" sz="1100" spc="-10">
                <a:solidFill>
                  <a:srgbClr val="2F2F2F"/>
                </a:solidFill>
                <a:latin typeface="Arial"/>
                <a:cs typeface="Arial"/>
              </a:rPr>
              <a:t>rver</a:t>
            </a:r>
            <a:r>
              <a:rPr dirty="0" sz="1100" spc="-12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7595B"/>
                </a:solidFill>
                <a:latin typeface="Arial"/>
                <a:cs typeface="Arial"/>
              </a:rPr>
              <a:t>L</a:t>
            </a:r>
            <a:r>
              <a:rPr dirty="0" sz="1100" spc="-10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100" spc="-10">
                <a:solidFill>
                  <a:srgbClr val="424444"/>
                </a:solidFill>
                <a:latin typeface="Arial"/>
                <a:cs typeface="Arial"/>
              </a:rPr>
              <a:t>brary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3756" y="2579091"/>
            <a:ext cx="49530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0">
                <a:solidFill>
                  <a:srgbClr val="424444"/>
                </a:solidFill>
                <a:latin typeface="Arial"/>
                <a:cs typeface="Arial"/>
              </a:rPr>
              <a:t>V</a:t>
            </a:r>
            <a:r>
              <a:rPr dirty="0" sz="1300" spc="-10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300" spc="-10">
                <a:solidFill>
                  <a:srgbClr val="424444"/>
                </a:solidFill>
                <a:latin typeface="Arial"/>
                <a:cs typeface="Arial"/>
              </a:rPr>
              <a:t>s</a:t>
            </a:r>
            <a:r>
              <a:rPr dirty="0" sz="1300" spc="-10">
                <a:solidFill>
                  <a:srgbClr val="1F1F1C"/>
                </a:solidFill>
                <a:latin typeface="Arial"/>
                <a:cs typeface="Arial"/>
              </a:rPr>
              <a:t>u</a:t>
            </a:r>
            <a:r>
              <a:rPr dirty="0" sz="1300" spc="-10">
                <a:solidFill>
                  <a:srgbClr val="424444"/>
                </a:solidFill>
                <a:latin typeface="Arial"/>
                <a:cs typeface="Arial"/>
              </a:rPr>
              <a:t>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31150" y="2974843"/>
            <a:ext cx="1090295" cy="1181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1645"/>
              </a:lnSpc>
            </a:pPr>
            <a:r>
              <a:rPr dirty="0" sz="1700" spc="-95">
                <a:solidFill>
                  <a:srgbClr val="BABABC"/>
                </a:solidFill>
                <a:latin typeface="Arial"/>
                <a:cs typeface="Arial"/>
              </a:rPr>
              <a:t>a.</a:t>
            </a:r>
            <a:r>
              <a:rPr dirty="0" sz="1700" spc="-120">
                <a:solidFill>
                  <a:srgbClr val="BABABC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BABABC"/>
                </a:solidFill>
                <a:latin typeface="Arial"/>
                <a:cs typeface="Arial"/>
              </a:rPr>
              <a:t>Sea,chname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dirty="0" sz="1150" spc="-229" b="1">
                <a:solidFill>
                  <a:srgbClr val="9A9C9E"/>
                </a:solidFill>
                <a:latin typeface="Arial"/>
                <a:cs typeface="Arial"/>
              </a:rPr>
              <a:t>111,</a:t>
            </a:r>
            <a:r>
              <a:rPr dirty="0" sz="1150" spc="150" b="1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7595B"/>
                </a:solidFill>
                <a:latin typeface="Arial"/>
                <a:cs typeface="Arial"/>
              </a:rPr>
              <a:t>ship</a:t>
            </a:r>
            <a:r>
              <a:rPr dirty="0" sz="1100" spc="-10">
                <a:solidFill>
                  <a:srgbClr val="87898A"/>
                </a:solidFill>
                <a:latin typeface="Arial"/>
                <a:cs typeface="Arial"/>
              </a:rPr>
              <a:t>-</a:t>
            </a:r>
            <a:r>
              <a:rPr dirty="0" sz="1100" spc="-25">
                <a:solidFill>
                  <a:srgbClr val="6B6D6E"/>
                </a:solidFill>
                <a:latin typeface="Arial"/>
                <a:cs typeface="Arial"/>
              </a:rPr>
              <a:t>ape</a:t>
            </a:r>
            <a:endParaRPr sz="11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680"/>
              </a:spcBef>
            </a:pPr>
            <a:r>
              <a:rPr dirty="0" sz="1500">
                <a:solidFill>
                  <a:srgbClr val="9A9C9E"/>
                </a:solidFill>
                <a:latin typeface="Times New Roman"/>
                <a:cs typeface="Times New Roman"/>
              </a:rPr>
              <a:t>D</a:t>
            </a:r>
            <a:r>
              <a:rPr dirty="0" sz="1500" spc="240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6B6D6E"/>
                </a:solidFill>
                <a:latin typeface="Arial"/>
                <a:cs typeface="Arial"/>
              </a:rPr>
              <a:t>fathom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238760" algn="l"/>
              </a:tabLst>
            </a:pPr>
            <a:r>
              <a:rPr dirty="0" sz="1250" i="1">
                <a:solidFill>
                  <a:srgbClr val="87898A"/>
                </a:solidFill>
                <a:latin typeface="Arial"/>
                <a:cs typeface="Arial"/>
              </a:rPr>
              <a:t>-</a:t>
            </a:r>
            <a:r>
              <a:rPr dirty="0" sz="1250" spc="-50" i="1">
                <a:solidFill>
                  <a:srgbClr val="87898A"/>
                </a:solidFill>
                <a:latin typeface="Arial"/>
                <a:cs typeface="Arial"/>
              </a:rPr>
              <a:t>i</a:t>
            </a:r>
            <a:r>
              <a:rPr dirty="0" sz="1250" i="1">
                <a:solidFill>
                  <a:srgbClr val="87898A"/>
                </a:solidFill>
                <a:latin typeface="Arial"/>
                <a:cs typeface="Arial"/>
              </a:rPr>
              <a:t>	</a:t>
            </a:r>
            <a:r>
              <a:rPr dirty="0" sz="1200" spc="-40">
                <a:solidFill>
                  <a:srgbClr val="6B6D6E"/>
                </a:solidFill>
                <a:latin typeface="Arial"/>
                <a:cs typeface="Arial"/>
              </a:rPr>
              <a:t>n8</a:t>
            </a:r>
            <a:r>
              <a:rPr dirty="0" sz="1200" spc="-40">
                <a:solidFill>
                  <a:srgbClr val="87898A"/>
                </a:solidFill>
                <a:latin typeface="Arial"/>
                <a:cs typeface="Arial"/>
              </a:rPr>
              <a:t>n-</a:t>
            </a:r>
            <a:r>
              <a:rPr dirty="0" sz="1200" spc="-25">
                <a:solidFill>
                  <a:srgbClr val="6B6D6E"/>
                </a:solidFill>
                <a:latin typeface="Arial"/>
                <a:cs typeface="Arial"/>
              </a:rPr>
              <a:t>mcp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98541" y="3357827"/>
            <a:ext cx="12763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>
                <a:solidFill>
                  <a:srgbClr val="9A9C9E"/>
                </a:solidFill>
                <a:latin typeface="Arial"/>
                <a:cs typeface="Arial"/>
              </a:rPr>
              <a:t>$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265637" y="2579092"/>
            <a:ext cx="66865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solidFill>
                  <a:srgbClr val="BABABC"/>
                </a:solidFill>
                <a:latin typeface="Arial"/>
                <a:cs typeface="Arial"/>
              </a:rPr>
              <a:t>Q</a:t>
            </a:r>
            <a:r>
              <a:rPr dirty="0" sz="1200" spc="420">
                <a:solidFill>
                  <a:srgbClr val="BABABC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BABAB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6587" y="2566325"/>
            <a:ext cx="963294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424444"/>
                </a:solidFill>
                <a:latin typeface="Arial"/>
                <a:cs typeface="Arial"/>
              </a:rPr>
              <a:t>C</a:t>
            </a:r>
            <a:r>
              <a:rPr dirty="0" sz="1100">
                <a:solidFill>
                  <a:srgbClr val="1F1F1C"/>
                </a:solidFill>
                <a:latin typeface="Arial"/>
                <a:cs typeface="Arial"/>
              </a:rPr>
              <a:t>li</a:t>
            </a:r>
            <a:r>
              <a:rPr dirty="0" sz="1100">
                <a:solidFill>
                  <a:srgbClr val="424444"/>
                </a:solidFill>
                <a:latin typeface="Arial"/>
                <a:cs typeface="Arial"/>
              </a:rPr>
              <a:t>ent</a:t>
            </a:r>
            <a:r>
              <a:rPr dirty="0" sz="1100" spc="60">
                <a:solidFill>
                  <a:srgbClr val="42444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24444"/>
                </a:solidFill>
                <a:latin typeface="Arial"/>
                <a:cs typeface="Arial"/>
              </a:rPr>
              <a:t>Selector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54317" y="3089737"/>
            <a:ext cx="114300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>
                <a:solidFill>
                  <a:srgbClr val="424444"/>
                </a:solidFill>
                <a:latin typeface="Arial"/>
                <a:cs typeface="Arial"/>
              </a:rPr>
              <a:t>Q</a:t>
            </a:r>
            <a:r>
              <a:rPr dirty="0" sz="1800" spc="240">
                <a:solidFill>
                  <a:srgbClr val="42444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F2F2F"/>
                </a:solidFill>
                <a:latin typeface="Arial"/>
                <a:cs typeface="Arial"/>
              </a:rPr>
              <a:t>desk</a:t>
            </a:r>
            <a:r>
              <a:rPr dirty="0" sz="1100" spc="-10">
                <a:solidFill>
                  <a:srgbClr val="57595B"/>
                </a:solidFill>
                <a:latin typeface="Arial"/>
                <a:cs typeface="Arial"/>
              </a:rPr>
              <a:t>to</a:t>
            </a:r>
            <a:r>
              <a:rPr dirty="0" sz="1100" spc="-10">
                <a:solidFill>
                  <a:srgbClr val="2F2F2F"/>
                </a:solidFill>
                <a:latin typeface="Arial"/>
                <a:cs typeface="Arial"/>
              </a:rPr>
              <a:t>p</a:t>
            </a:r>
            <a:r>
              <a:rPr dirty="0" sz="1100" spc="-10">
                <a:solidFill>
                  <a:srgbClr val="57595B"/>
                </a:solidFill>
                <a:latin typeface="Arial"/>
                <a:cs typeface="Arial"/>
              </a:rPr>
              <a:t>,.mcp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30675" y="3185485"/>
            <a:ext cx="14986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50">
                <a:solidFill>
                  <a:srgbClr val="4B4DC1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67684" y="3466339"/>
            <a:ext cx="8604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9A9C9E"/>
                </a:solidFill>
                <a:latin typeface="Times New Roman"/>
                <a:cs typeface="Times New Roman"/>
              </a:rPr>
              <a:t>;::</a:t>
            </a:r>
            <a:r>
              <a:rPr dirty="0" sz="1050" spc="-75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9A9C9E"/>
                </a:solidFill>
                <a:latin typeface="Times New Roman"/>
                <a:cs typeface="Times New Roman"/>
              </a:rPr>
              <a:t>Connection</a:t>
            </a:r>
            <a:r>
              <a:rPr dirty="0" sz="1050" spc="110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000" spc="-60">
                <a:solidFill>
                  <a:srgbClr val="9A9C9E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46987" y="3453573"/>
            <a:ext cx="823594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20">
                <a:solidFill>
                  <a:srgbClr val="9A9C9E"/>
                </a:solidFill>
                <a:latin typeface="Arial"/>
                <a:cs typeface="Arial"/>
              </a:rPr>
              <a:t>€l</a:t>
            </a:r>
            <a:r>
              <a:rPr dirty="0" sz="1250" spc="-20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9A9C9E"/>
                </a:solidFill>
                <a:latin typeface="Arial"/>
                <a:cs typeface="Arial"/>
              </a:rPr>
              <a:t>Resources</a:t>
            </a:r>
            <a:r>
              <a:rPr dirty="0" sz="1000" spc="12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9A9C9E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53221" y="3989751"/>
            <a:ext cx="870585" cy="46735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  <a:tabLst>
                <a:tab pos="300355" algn="l"/>
              </a:tabLst>
            </a:pPr>
            <a:r>
              <a:rPr dirty="0" sz="1050" spc="-25">
                <a:solidFill>
                  <a:srgbClr val="424444"/>
                </a:solidFill>
                <a:latin typeface="Arial"/>
                <a:cs typeface="Arial"/>
              </a:rPr>
              <a:t>(\</a:t>
            </a:r>
            <a:r>
              <a:rPr dirty="0" sz="1050">
                <a:solidFill>
                  <a:srgbClr val="424444"/>
                </a:solidFill>
                <a:latin typeface="Arial"/>
                <a:cs typeface="Arial"/>
              </a:rPr>
              <a:t>	</a:t>
            </a:r>
            <a:r>
              <a:rPr dirty="0" sz="1050" spc="-20" b="1">
                <a:solidFill>
                  <a:srgbClr val="424444"/>
                </a:solidFill>
                <a:latin typeface="Arial"/>
                <a:cs typeface="Arial"/>
              </a:rPr>
              <a:t>sh</a:t>
            </a:r>
            <a:r>
              <a:rPr dirty="0" sz="1050" spc="-20" b="1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050" spc="-20" b="1">
                <a:solidFill>
                  <a:srgbClr val="424444"/>
                </a:solidFill>
                <a:latin typeface="Arial"/>
                <a:cs typeface="Arial"/>
              </a:rPr>
              <a:t>p</a:t>
            </a:r>
            <a:r>
              <a:rPr dirty="0" sz="1050" spc="-20" b="1">
                <a:solidFill>
                  <a:srgbClr val="1F1F1C"/>
                </a:solidFill>
                <a:latin typeface="Arial"/>
                <a:cs typeface="Arial"/>
              </a:rPr>
              <a:t>-</a:t>
            </a:r>
            <a:r>
              <a:rPr dirty="0" sz="1050" spc="-25" b="1">
                <a:solidFill>
                  <a:srgbClr val="424444"/>
                </a:solidFill>
                <a:latin typeface="Arial"/>
                <a:cs typeface="Arial"/>
              </a:rPr>
              <a:t>ape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000">
                <a:solidFill>
                  <a:srgbClr val="BABABC"/>
                </a:solidFill>
                <a:latin typeface="Times New Roman"/>
                <a:cs typeface="Times New Roman"/>
              </a:rPr>
              <a:t>:!</a:t>
            </a:r>
            <a:r>
              <a:rPr dirty="0" sz="1000" spc="365">
                <a:solidFill>
                  <a:srgbClr val="BABABC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9A9C9E"/>
                </a:solidFill>
                <a:latin typeface="Times New Roman"/>
                <a:cs typeface="Times New Roman"/>
              </a:rPr>
              <a:t>Connection</a:t>
            </a:r>
            <a:r>
              <a:rPr dirty="0" sz="1050" spc="80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9A9C9E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0675" y="3989751"/>
            <a:ext cx="14478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50">
                <a:solidFill>
                  <a:srgbClr val="4B4DC1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44758" y="4257840"/>
            <a:ext cx="8324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5">
                <a:solidFill>
                  <a:srgbClr val="9A9C9E"/>
                </a:solidFill>
                <a:latin typeface="Arial"/>
                <a:cs typeface="Arial"/>
              </a:rPr>
              <a:t>©</a:t>
            </a:r>
            <a:r>
              <a:rPr dirty="0" sz="1250" spc="-145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9A9C9E"/>
                </a:solidFill>
                <a:latin typeface="Times New Roman"/>
                <a:cs typeface="Times New Roman"/>
              </a:rPr>
              <a:t>�soorces</a:t>
            </a:r>
            <a:r>
              <a:rPr dirty="0" sz="1100" spc="225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100" spc="-120">
                <a:solidFill>
                  <a:srgbClr val="9A9C9E"/>
                </a:solidFill>
                <a:latin typeface="Times New Roman"/>
                <a:cs typeface="Times New Roman"/>
              </a:rPr>
              <a:t>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13679" y="4774868"/>
            <a:ext cx="908050" cy="4864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8930" algn="l"/>
              </a:tabLst>
            </a:pPr>
            <a:r>
              <a:rPr dirty="0" sz="1100" spc="-50">
                <a:solidFill>
                  <a:srgbClr val="4B4DC1"/>
                </a:solidFill>
                <a:latin typeface="Arial"/>
                <a:cs typeface="Arial"/>
              </a:rPr>
              <a:t>,</a:t>
            </a:r>
            <a:r>
              <a:rPr dirty="0" sz="1100">
                <a:solidFill>
                  <a:srgbClr val="4B4DC1"/>
                </a:solidFill>
                <a:latin typeface="Arial"/>
                <a:cs typeface="Arial"/>
              </a:rPr>
              <a:t>	</a:t>
            </a:r>
            <a:r>
              <a:rPr dirty="0" sz="1100" spc="-10">
                <a:solidFill>
                  <a:srgbClr val="2F2F2F"/>
                </a:solidFill>
                <a:latin typeface="Arial"/>
                <a:cs typeface="Arial"/>
              </a:rPr>
              <a:t>fathom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1040"/>
              </a:spcBef>
            </a:pPr>
            <a:r>
              <a:rPr dirty="0" sz="1050">
                <a:solidFill>
                  <a:srgbClr val="9A9C9E"/>
                </a:solidFill>
                <a:latin typeface="Times New Roman"/>
                <a:cs typeface="Times New Roman"/>
              </a:rPr>
              <a:t>::-</a:t>
            </a:r>
            <a:r>
              <a:rPr dirty="0" sz="1050" spc="-20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9A9C9E"/>
                </a:solidFill>
                <a:latin typeface="Times New Roman"/>
                <a:cs typeface="Times New Roman"/>
              </a:rPr>
              <a:t>Connection</a:t>
            </a:r>
            <a:r>
              <a:rPr dirty="0" sz="1050" spc="125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9A9C9E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30675" y="4794018"/>
            <a:ext cx="15811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25">
                <a:solidFill>
                  <a:srgbClr val="4B4DC1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4758" y="5062106"/>
            <a:ext cx="82296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5">
                <a:solidFill>
                  <a:srgbClr val="9A9C9E"/>
                </a:solidFill>
                <a:latin typeface="Arial"/>
                <a:cs typeface="Arial"/>
              </a:rPr>
              <a:t>©</a:t>
            </a:r>
            <a:r>
              <a:rPr dirty="0" sz="1250" spc="-11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9A9C9E"/>
                </a:solidFill>
                <a:latin typeface="Arial"/>
                <a:cs typeface="Arial"/>
              </a:rPr>
              <a:t>Resources</a:t>
            </a:r>
            <a:r>
              <a:rPr dirty="0" sz="1000" spc="9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9A9C9E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22779" y="5604668"/>
            <a:ext cx="901065" cy="4610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3055" algn="l"/>
              </a:tabLst>
            </a:pPr>
            <a:r>
              <a:rPr dirty="0" sz="1000" spc="-50">
                <a:solidFill>
                  <a:srgbClr val="BF9C99"/>
                </a:solidFill>
                <a:latin typeface="Arial"/>
                <a:cs typeface="Arial"/>
              </a:rPr>
              <a:t>�</a:t>
            </a:r>
            <a:r>
              <a:rPr dirty="0" sz="1000">
                <a:solidFill>
                  <a:srgbClr val="BF9C99"/>
                </a:solidFill>
                <a:latin typeface="Arial"/>
                <a:cs typeface="Arial"/>
              </a:rPr>
              <a:t>	</a:t>
            </a:r>
            <a:r>
              <a:rPr dirty="0" sz="1000" spc="65">
                <a:solidFill>
                  <a:srgbClr val="424444"/>
                </a:solidFill>
                <a:latin typeface="Arial"/>
                <a:cs typeface="Arial"/>
              </a:rPr>
              <a:t>n8n</a:t>
            </a:r>
            <a:r>
              <a:rPr dirty="0" sz="1000" spc="65">
                <a:solidFill>
                  <a:srgbClr val="1F1F1C"/>
                </a:solidFill>
                <a:latin typeface="Arial"/>
                <a:cs typeface="Arial"/>
              </a:rPr>
              <a:t>-</a:t>
            </a:r>
            <a:r>
              <a:rPr dirty="0" sz="1000" spc="55">
                <a:solidFill>
                  <a:srgbClr val="1F1F1C"/>
                </a:solidFill>
                <a:latin typeface="Arial"/>
                <a:cs typeface="Arial"/>
              </a:rPr>
              <a:t>m</a:t>
            </a:r>
            <a:r>
              <a:rPr dirty="0" sz="1000" spc="55">
                <a:solidFill>
                  <a:srgbClr val="424444"/>
                </a:solidFill>
                <a:latin typeface="Arial"/>
                <a:cs typeface="Arial"/>
              </a:rPr>
              <a:t>cp</a:t>
            </a:r>
            <a:endParaRPr sz="1000">
              <a:latin typeface="Arial"/>
              <a:cs typeface="Arial"/>
            </a:endParaRPr>
          </a:p>
          <a:p>
            <a:pPr marL="57785">
              <a:lnSpc>
                <a:spcPct val="100000"/>
              </a:lnSpc>
              <a:spcBef>
                <a:spcPts val="960"/>
              </a:spcBef>
            </a:pPr>
            <a:r>
              <a:rPr dirty="0" sz="1000" spc="90" i="1">
                <a:solidFill>
                  <a:srgbClr val="9A9C9E"/>
                </a:solidFill>
                <a:latin typeface="Times New Roman"/>
                <a:cs typeface="Times New Roman"/>
              </a:rPr>
              <a:t>C</a:t>
            </a:r>
            <a:r>
              <a:rPr dirty="0" sz="1000" spc="90" i="1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9A9C9E"/>
                </a:solidFill>
                <a:latin typeface="Times New Roman"/>
                <a:cs typeface="Times New Roman"/>
              </a:rPr>
              <a:t>Conn.ectlon</a:t>
            </a:r>
            <a:r>
              <a:rPr dirty="0" sz="1050" spc="80">
                <a:solidFill>
                  <a:srgbClr val="9A9C9E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6B6D6E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30675" y="5598285"/>
            <a:ext cx="16446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75">
                <a:solidFill>
                  <a:srgbClr val="4B4DC1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37912" y="5885524"/>
            <a:ext cx="8293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60">
                <a:solidFill>
                  <a:srgbClr val="9A9C9E"/>
                </a:solidFill>
                <a:latin typeface="Arial"/>
                <a:cs typeface="Arial"/>
              </a:rPr>
              <a:t>@</a:t>
            </a:r>
            <a:r>
              <a:rPr dirty="0" sz="1000" spc="-7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9A9C9E"/>
                </a:solidFill>
                <a:latin typeface="Arial"/>
                <a:cs typeface="Arial"/>
              </a:rPr>
              <a:t>Resources</a:t>
            </a:r>
            <a:r>
              <a:rPr dirty="0" sz="1000" spc="9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9A9C9E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68951" y="6230210"/>
            <a:ext cx="114617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0510" algn="l"/>
              </a:tabLst>
            </a:pPr>
            <a:r>
              <a:rPr dirty="0" sz="2500" spc="-50">
                <a:solidFill>
                  <a:srgbClr val="E8BD38"/>
                </a:solidFill>
                <a:latin typeface="Times New Roman"/>
                <a:cs typeface="Times New Roman"/>
              </a:rPr>
              <a:t>I</a:t>
            </a:r>
            <a:r>
              <a:rPr dirty="0" sz="2500">
                <a:solidFill>
                  <a:srgbClr val="E8BD38"/>
                </a:solidFill>
                <a:latin typeface="Times New Roman"/>
                <a:cs typeface="Times New Roman"/>
              </a:rPr>
              <a:t>	</a:t>
            </a:r>
            <a:r>
              <a:rPr dirty="0" sz="1100" spc="-10">
                <a:solidFill>
                  <a:srgbClr val="424444"/>
                </a:solidFill>
                <a:latin typeface="Arial"/>
                <a:cs typeface="Arial"/>
              </a:rPr>
              <a:t>google</a:t>
            </a:r>
            <a:r>
              <a:rPr dirty="0" sz="1100" spc="-10">
                <a:solidFill>
                  <a:srgbClr val="1F1F1C"/>
                </a:solidFill>
                <a:latin typeface="Arial"/>
                <a:cs typeface="Arial"/>
              </a:rPr>
              <a:t>-</a:t>
            </a:r>
            <a:r>
              <a:rPr dirty="0" sz="1100" spc="-10">
                <a:solidFill>
                  <a:srgbClr val="424444"/>
                </a:solidFill>
                <a:latin typeface="Arial"/>
                <a:cs typeface="Arial"/>
              </a:rPr>
              <a:t>s-</a:t>
            </a:r>
            <a:r>
              <a:rPr dirty="0" sz="1100" spc="-20">
                <a:solidFill>
                  <a:srgbClr val="424444"/>
                </a:solidFill>
                <a:latin typeface="Arial"/>
                <a:cs typeface="Arial"/>
              </a:rPr>
              <a:t>iides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30675" y="6402552"/>
            <a:ext cx="14605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50">
                <a:solidFill>
                  <a:srgbClr val="4B4DC1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74672" y="6689790"/>
            <a:ext cx="17989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75994" algn="l"/>
              </a:tabLst>
            </a:pPr>
            <a:r>
              <a:rPr dirty="0" sz="900">
                <a:solidFill>
                  <a:srgbClr val="9A9C9E"/>
                </a:solidFill>
                <a:latin typeface="Arial"/>
                <a:cs typeface="Arial"/>
              </a:rPr>
              <a:t>z!</a:t>
            </a:r>
            <a:r>
              <a:rPr dirty="0" sz="900" spc="24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9A9C9E"/>
                </a:solidFill>
                <a:latin typeface="Arial"/>
                <a:cs typeface="Arial"/>
              </a:rPr>
              <a:t>CoMeetlon</a:t>
            </a:r>
            <a:r>
              <a:rPr dirty="0" sz="900" spc="19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6B6D6E"/>
                </a:solidFill>
                <a:latin typeface="Arial"/>
                <a:cs typeface="Arial"/>
              </a:rPr>
              <a:t>1</a:t>
            </a:r>
            <a:r>
              <a:rPr dirty="0" sz="800">
                <a:solidFill>
                  <a:srgbClr val="6B6D6E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9A9C9E"/>
                </a:solidFill>
                <a:latin typeface="Arial"/>
                <a:cs typeface="Arial"/>
              </a:rPr>
              <a:t>@</a:t>
            </a:r>
            <a:r>
              <a:rPr dirty="0" sz="950" spc="-7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9A9C9E"/>
                </a:solidFill>
                <a:latin typeface="Arial"/>
                <a:cs typeface="Arial"/>
              </a:rPr>
              <a:t>Resources</a:t>
            </a:r>
            <a:r>
              <a:rPr dirty="0" sz="1000" spc="5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850" spc="-50" i="1">
                <a:solidFill>
                  <a:srgbClr val="9A9C9E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66595" y="7079157"/>
            <a:ext cx="1824355" cy="5924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solidFill>
                  <a:srgbClr val="4682D4"/>
                </a:solidFill>
                <a:latin typeface="Arial"/>
                <a:cs typeface="Arial"/>
              </a:rPr>
              <a:t>0</a:t>
            </a:r>
            <a:r>
              <a:rPr dirty="0" sz="2150" spc="295" b="1">
                <a:solidFill>
                  <a:srgbClr val="4682D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24444"/>
                </a:solidFill>
                <a:latin typeface="Arial"/>
                <a:cs typeface="Arial"/>
              </a:rPr>
              <a:t>google</a:t>
            </a:r>
            <a:r>
              <a:rPr dirty="0" sz="1100">
                <a:solidFill>
                  <a:srgbClr val="1F1F1C"/>
                </a:solidFill>
                <a:latin typeface="Arial"/>
                <a:cs typeface="Arial"/>
              </a:rPr>
              <a:t>-</a:t>
            </a:r>
            <a:r>
              <a:rPr dirty="0" sz="1100" spc="-20">
                <a:solidFill>
                  <a:srgbClr val="424444"/>
                </a:solidFill>
                <a:latin typeface="Arial"/>
                <a:cs typeface="Arial"/>
              </a:rPr>
              <a:t>docs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984250" algn="l"/>
              </a:tabLst>
            </a:pPr>
            <a:r>
              <a:rPr dirty="0" sz="900">
                <a:solidFill>
                  <a:srgbClr val="9A9C9E"/>
                </a:solidFill>
                <a:latin typeface="Arial"/>
                <a:cs typeface="Arial"/>
              </a:rPr>
              <a:t>::</a:t>
            </a:r>
            <a:r>
              <a:rPr dirty="0" sz="900" spc="130">
                <a:solidFill>
                  <a:srgbClr val="9A9C9E"/>
                </a:solidFill>
                <a:latin typeface="Arial"/>
                <a:cs typeface="Arial"/>
              </a:rPr>
              <a:t>  </a:t>
            </a:r>
            <a:r>
              <a:rPr dirty="0" sz="900">
                <a:solidFill>
                  <a:srgbClr val="9A9C9E"/>
                </a:solidFill>
                <a:latin typeface="Arial"/>
                <a:cs typeface="Arial"/>
              </a:rPr>
              <a:t>CoMeetlon</a:t>
            </a:r>
            <a:r>
              <a:rPr dirty="0" sz="900" spc="185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6B6D6E"/>
                </a:solidFill>
                <a:latin typeface="Arial"/>
                <a:cs typeface="Arial"/>
              </a:rPr>
              <a:t>1</a:t>
            </a:r>
            <a:r>
              <a:rPr dirty="0" sz="800">
                <a:solidFill>
                  <a:srgbClr val="6B6D6E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9A9C9E"/>
                </a:solidFill>
                <a:latin typeface="Arial"/>
                <a:cs typeface="Arial"/>
              </a:rPr>
              <a:t>@</a:t>
            </a:r>
            <a:r>
              <a:rPr dirty="0" sz="950" spc="-7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9A9C9E"/>
                </a:solidFill>
                <a:latin typeface="Arial"/>
                <a:cs typeface="Arial"/>
              </a:rPr>
              <a:t>Resources</a:t>
            </a:r>
            <a:r>
              <a:rPr dirty="0" sz="900" spc="90">
                <a:solidFill>
                  <a:srgbClr val="9A9C9E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9A9C9E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30337" y="7200437"/>
            <a:ext cx="15557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50">
                <a:solidFill>
                  <a:srgbClr val="4B4DC1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176174" y="2974843"/>
            <a:ext cx="10191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solidFill>
                  <a:srgbClr val="BABABC"/>
                </a:solidFill>
                <a:latin typeface="Arial"/>
                <a:cs typeface="Arial"/>
              </a:rPr>
              <a:t>Q</a:t>
            </a:r>
            <a:r>
              <a:rPr dirty="0" sz="1200" spc="365">
                <a:solidFill>
                  <a:srgbClr val="BABABC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BABABC"/>
                </a:solidFill>
                <a:latin typeface="Arial"/>
                <a:cs typeface="Arial"/>
              </a:rPr>
              <a:t>Search</a:t>
            </a:r>
            <a:r>
              <a:rPr dirty="0" sz="1100" spc="-140">
                <a:solidFill>
                  <a:srgbClr val="BABABC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BABABC"/>
                </a:solidFill>
                <a:latin typeface="Arial"/>
                <a:cs typeface="Arial"/>
              </a:rPr>
              <a:t>client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130454" y="3195933"/>
            <a:ext cx="1217930" cy="66865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880"/>
              </a:spcBef>
            </a:pPr>
            <a:r>
              <a:rPr dirty="0" sz="1700">
                <a:solidFill>
                  <a:srgbClr val="6B6D6E"/>
                </a:solidFill>
                <a:latin typeface="Arial"/>
                <a:cs typeface="Arial"/>
              </a:rPr>
              <a:t>a</a:t>
            </a:r>
            <a:r>
              <a:rPr dirty="0" sz="1700" spc="315">
                <a:solidFill>
                  <a:srgbClr val="6B6D6E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57595B"/>
                </a:solidFill>
                <a:latin typeface="Arial"/>
                <a:cs typeface="Arial"/>
              </a:rPr>
              <a:t>Claude</a:t>
            </a:r>
            <a:r>
              <a:rPr dirty="0" sz="1100" spc="-140">
                <a:solidFill>
                  <a:srgbClr val="57595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B6D6E"/>
                </a:solidFill>
                <a:latin typeface="Arial"/>
                <a:cs typeface="Arial"/>
              </a:rPr>
              <a:t>Desktop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350" b="1">
                <a:solidFill>
                  <a:srgbClr val="2F2F2F"/>
                </a:solidFill>
                <a:latin typeface="Times New Roman"/>
                <a:cs typeface="Times New Roman"/>
              </a:rPr>
              <a:t>Al</a:t>
            </a:r>
            <a:r>
              <a:rPr dirty="0" sz="1350" spc="85" b="1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1100" spc="-30">
                <a:solidFill>
                  <a:srgbClr val="57595B"/>
                </a:solidFill>
                <a:latin typeface="Arial"/>
                <a:cs typeface="Arial"/>
              </a:rPr>
              <a:t>Claude</a:t>
            </a:r>
            <a:r>
              <a:rPr dirty="0" sz="1100" spc="-130">
                <a:solidFill>
                  <a:srgbClr val="57595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7595B"/>
                </a:solidFill>
                <a:latin typeface="Arial"/>
                <a:cs typeface="Arial"/>
              </a:rPr>
              <a:t>Desktop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034907" y="3370593"/>
            <a:ext cx="7493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AE72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034907" y="3664214"/>
            <a:ext cx="7493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AE72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24332" y="8436199"/>
            <a:ext cx="9698990" cy="84264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Understand</a:t>
            </a:r>
            <a:r>
              <a:rPr dirty="0" sz="2400" spc="29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dependencies</a:t>
            </a:r>
            <a:r>
              <a:rPr dirty="0" sz="2400" spc="37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F1F1C"/>
                </a:solidFill>
                <a:latin typeface="Arial"/>
                <a:cs typeface="Arial"/>
              </a:rPr>
              <a:t>and</a:t>
            </a:r>
            <a:r>
              <a:rPr dirty="0" sz="2400" spc="13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see</a:t>
            </a:r>
            <a:r>
              <a:rPr dirty="0" sz="2400" spc="9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all</a:t>
            </a:r>
            <a:r>
              <a:rPr dirty="0" sz="2400" spc="-4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active</a:t>
            </a:r>
            <a:r>
              <a:rPr dirty="0" sz="2400" spc="13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connections</a:t>
            </a:r>
            <a:r>
              <a:rPr dirty="0" sz="2400" spc="23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1F1F1C"/>
                </a:solidFill>
                <a:latin typeface="Arial"/>
                <a:cs typeface="Arial"/>
              </a:rPr>
              <a:t>at</a:t>
            </a:r>
            <a:r>
              <a:rPr dirty="0" sz="2400" spc="14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1F1C"/>
                </a:solidFill>
                <a:latin typeface="Arial"/>
                <a:cs typeface="Arial"/>
              </a:rPr>
              <a:t>a</a:t>
            </a:r>
            <a:r>
              <a:rPr dirty="0" sz="2400" spc="3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F1F1C"/>
                </a:solidFill>
                <a:latin typeface="Arial"/>
                <a:cs typeface="Arial"/>
              </a:rPr>
              <a:t>glance.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2400" spc="135">
                <a:solidFill>
                  <a:srgbClr val="1F1F1C"/>
                </a:solidFill>
                <a:latin typeface="Arial"/>
                <a:cs typeface="Arial"/>
              </a:rPr>
              <a:t>No</a:t>
            </a:r>
            <a:r>
              <a:rPr dirty="0" sz="2400" spc="-18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F1F1C"/>
                </a:solidFill>
                <a:latin typeface="Arial"/>
                <a:cs typeface="Arial"/>
              </a:rPr>
              <a:t>more</a:t>
            </a:r>
            <a:r>
              <a:rPr dirty="0" sz="2400" spc="-7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F1F1C"/>
                </a:solidFill>
                <a:latin typeface="Arial"/>
                <a:cs typeface="Arial"/>
              </a:rPr>
              <a:t>digging</a:t>
            </a:r>
            <a:r>
              <a:rPr dirty="0" sz="2400" spc="-4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1F1F1C"/>
                </a:solidFill>
                <a:latin typeface="Arial"/>
                <a:cs typeface="Arial"/>
              </a:rPr>
              <a:t>through</a:t>
            </a:r>
            <a:r>
              <a:rPr dirty="0" sz="2400" spc="-11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1F1F1C"/>
                </a:solidFill>
                <a:latin typeface="Arial"/>
                <a:cs typeface="Arial"/>
              </a:rPr>
              <a:t>nested</a:t>
            </a:r>
            <a:r>
              <a:rPr dirty="0" sz="2400" spc="-10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F2F2F"/>
                </a:solidFill>
                <a:latin typeface="Arial"/>
                <a:cs typeface="Arial"/>
              </a:rPr>
              <a:t>JSON.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6875" y="4162028"/>
            <a:ext cx="968005" cy="2553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6973" y="6332273"/>
            <a:ext cx="1069901" cy="1787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1642" y="6332273"/>
            <a:ext cx="1069901" cy="1787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6973" y="8451453"/>
            <a:ext cx="1069901" cy="1787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89307" y="8451453"/>
            <a:ext cx="942532" cy="1787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27822" y="8757840"/>
            <a:ext cx="4687186" cy="1276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44273" y="8732308"/>
            <a:ext cx="942532" cy="12766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552082" y="7225900"/>
            <a:ext cx="0" cy="1609090"/>
          </a:xfrm>
          <a:custGeom>
            <a:avLst/>
            <a:gdLst/>
            <a:ahLst/>
            <a:cxnLst/>
            <a:rect l="l" t="t" r="r" b="b"/>
            <a:pathLst>
              <a:path w="0" h="1609090">
                <a:moveTo>
                  <a:pt x="0" y="16085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552082" y="3498187"/>
            <a:ext cx="0" cy="3421379"/>
          </a:xfrm>
          <a:custGeom>
            <a:avLst/>
            <a:gdLst/>
            <a:ahLst/>
            <a:cxnLst/>
            <a:rect l="l" t="t" r="r" b="b"/>
            <a:pathLst>
              <a:path w="0" h="3421379">
                <a:moveTo>
                  <a:pt x="0" y="342132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83015" y="2974775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 h="0">
                <a:moveTo>
                  <a:pt x="0" y="0"/>
                </a:moveTo>
                <a:lnTo>
                  <a:pt x="76421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79605" y="3472655"/>
            <a:ext cx="8024495" cy="0"/>
          </a:xfrm>
          <a:custGeom>
            <a:avLst/>
            <a:gdLst/>
            <a:ahLst/>
            <a:cxnLst/>
            <a:rect l="l" t="t" r="r" b="b"/>
            <a:pathLst>
              <a:path w="8024495" h="0">
                <a:moveTo>
                  <a:pt x="0" y="0"/>
                </a:moveTo>
                <a:lnTo>
                  <a:pt x="802425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35404" y="7264199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09" h="0">
                <a:moveTo>
                  <a:pt x="0" y="0"/>
                </a:moveTo>
                <a:lnTo>
                  <a:pt x="114632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743439" y="8821668"/>
            <a:ext cx="1834514" cy="0"/>
          </a:xfrm>
          <a:custGeom>
            <a:avLst/>
            <a:gdLst/>
            <a:ahLst/>
            <a:cxnLst/>
            <a:rect l="l" t="t" r="r" b="b"/>
            <a:pathLst>
              <a:path w="1834515" h="0">
                <a:moveTo>
                  <a:pt x="0" y="0"/>
                </a:moveTo>
                <a:lnTo>
                  <a:pt x="183411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73918" y="8821668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7166" y="689702"/>
            <a:ext cx="9262745" cy="1250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 marR="5080" indent="-5715">
              <a:lnSpc>
                <a:spcPct val="100499"/>
              </a:lnSpc>
              <a:spcBef>
                <a:spcPts val="95"/>
              </a:spcBef>
            </a:pPr>
            <a:r>
              <a:rPr dirty="0" sz="4000" b="1">
                <a:solidFill>
                  <a:srgbClr val="131311"/>
                </a:solidFill>
                <a:latin typeface="Arial"/>
                <a:cs typeface="Arial"/>
              </a:rPr>
              <a:t>Discover</a:t>
            </a:r>
            <a:r>
              <a:rPr dirty="0" sz="4000" spc="90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114" b="1">
                <a:solidFill>
                  <a:srgbClr val="131311"/>
                </a:solidFill>
                <a:latin typeface="Arial"/>
                <a:cs typeface="Arial"/>
              </a:rPr>
              <a:t>and</a:t>
            </a:r>
            <a:r>
              <a:rPr dirty="0" sz="4000" spc="-125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60" b="1">
                <a:solidFill>
                  <a:srgbClr val="131311"/>
                </a:solidFill>
                <a:latin typeface="Arial"/>
                <a:cs typeface="Arial"/>
              </a:rPr>
              <a:t>Install</a:t>
            </a:r>
            <a:r>
              <a:rPr dirty="0" sz="4000" spc="-55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160" b="1">
                <a:solidFill>
                  <a:srgbClr val="131311"/>
                </a:solidFill>
                <a:latin typeface="Arial"/>
                <a:cs typeface="Arial"/>
              </a:rPr>
              <a:t>New</a:t>
            </a:r>
            <a:r>
              <a:rPr dirty="0" sz="4000" spc="-40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40" b="1">
                <a:solidFill>
                  <a:srgbClr val="131311"/>
                </a:solidFill>
                <a:latin typeface="Arial"/>
                <a:cs typeface="Arial"/>
              </a:rPr>
              <a:t>Capabilities </a:t>
            </a:r>
            <a:r>
              <a:rPr dirty="0" sz="4000" spc="85" b="1">
                <a:solidFill>
                  <a:srgbClr val="131311"/>
                </a:solidFill>
                <a:latin typeface="Arial"/>
                <a:cs typeface="Arial"/>
              </a:rPr>
              <a:t>from</a:t>
            </a:r>
            <a:r>
              <a:rPr dirty="0" sz="4000" spc="-160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195" b="1">
                <a:solidFill>
                  <a:srgbClr val="131311"/>
                </a:solidFill>
                <a:latin typeface="Arial"/>
                <a:cs typeface="Arial"/>
              </a:rPr>
              <a:t>the</a:t>
            </a:r>
            <a:r>
              <a:rPr dirty="0" sz="4000" spc="-330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170" b="1">
                <a:solidFill>
                  <a:srgbClr val="131311"/>
                </a:solidFill>
                <a:latin typeface="Arial"/>
                <a:cs typeface="Arial"/>
              </a:rPr>
              <a:t>MCP</a:t>
            </a:r>
            <a:r>
              <a:rPr dirty="0" sz="4000" spc="-229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4000" spc="40" b="1">
                <a:solidFill>
                  <a:srgbClr val="131311"/>
                </a:solidFill>
                <a:latin typeface="Arial"/>
                <a:cs typeface="Arial"/>
              </a:rPr>
              <a:t>Registry.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66283" y="2438664"/>
            <a:ext cx="146050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75">
                <a:solidFill>
                  <a:srgbClr val="2A2828"/>
                </a:solidFill>
                <a:latin typeface="Arial"/>
                <a:cs typeface="Arial"/>
              </a:rPr>
              <a:t>MCP</a:t>
            </a:r>
            <a:r>
              <a:rPr dirty="0" sz="1200" spc="-15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383838"/>
                </a:solidFill>
                <a:latin typeface="Arial"/>
                <a:cs typeface="Arial"/>
              </a:rPr>
              <a:t>Server</a:t>
            </a:r>
            <a:r>
              <a:rPr dirty="0" sz="1200" spc="-9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A2828"/>
                </a:solidFill>
                <a:latin typeface="Arial"/>
                <a:cs typeface="Arial"/>
              </a:rPr>
              <a:t>D</a:t>
            </a:r>
            <a:r>
              <a:rPr dirty="0" sz="1200" spc="-10">
                <a:solidFill>
                  <a:srgbClr val="4B4B49"/>
                </a:solidFill>
                <a:latin typeface="Arial"/>
                <a:cs typeface="Arial"/>
              </a:rPr>
              <a:t>i</a:t>
            </a:r>
            <a:r>
              <a:rPr dirty="0" sz="1200" spc="-10">
                <a:solidFill>
                  <a:srgbClr val="2A2828"/>
                </a:solidFill>
                <a:latin typeface="Arial"/>
                <a:cs typeface="Arial"/>
              </a:rPr>
              <a:t>scovery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32778" y="2445047"/>
            <a:ext cx="1187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solidFill>
                  <a:srgbClr val="5D5D5D"/>
                </a:solidFill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19860" y="2784019"/>
            <a:ext cx="2279650" cy="483234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505"/>
              </a:spcBef>
            </a:pPr>
            <a:r>
              <a:rPr dirty="0" sz="1500" spc="-90" b="1">
                <a:solidFill>
                  <a:srgbClr val="131311"/>
                </a:solidFill>
                <a:latin typeface="Arial"/>
                <a:cs typeface="Arial"/>
              </a:rPr>
              <a:t>MCP</a:t>
            </a:r>
            <a:r>
              <a:rPr dirty="0" sz="1500" spc="-235" b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1500" spc="-90" b="1">
                <a:solidFill>
                  <a:srgbClr val="2A2828"/>
                </a:solidFill>
                <a:latin typeface="Arial"/>
                <a:cs typeface="Arial"/>
              </a:rPr>
              <a:t>Server</a:t>
            </a:r>
            <a:r>
              <a:rPr dirty="0" sz="1500" spc="-80" b="1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A2828"/>
                </a:solidFill>
                <a:latin typeface="Arial"/>
                <a:cs typeface="Arial"/>
              </a:rPr>
              <a:t>Discovery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950" spc="-85">
                <a:solidFill>
                  <a:srgbClr val="4B4B49"/>
                </a:solidFill>
                <a:latin typeface="Arial"/>
                <a:cs typeface="Arial"/>
              </a:rPr>
              <a:t>Browse</a:t>
            </a:r>
            <a:r>
              <a:rPr dirty="0" sz="950" spc="-114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D5D5D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5D5D5D"/>
                </a:solidFill>
                <a:latin typeface="Times New Roman"/>
                <a:cs typeface="Times New Roman"/>
              </a:rPr>
              <a:t>iistail</a:t>
            </a: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ModelContntPwlOQOI</a:t>
            </a:r>
            <a:r>
              <a:rPr dirty="0" sz="700" spc="-10">
                <a:solidFill>
                  <a:srgbClr val="4B4B49"/>
                </a:solidFill>
                <a:latin typeface="Times New Roman"/>
                <a:cs typeface="Times New Roman"/>
              </a:rPr>
              <a:t>stNef$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0477" y="3383359"/>
            <a:ext cx="5788660" cy="5746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1590">
              <a:lnSpc>
                <a:spcPts val="2155"/>
              </a:lnSpc>
              <a:spcBef>
                <a:spcPts val="110"/>
              </a:spcBef>
              <a:tabLst>
                <a:tab pos="2331085" algn="l"/>
              </a:tabLst>
            </a:pPr>
            <a:r>
              <a:rPr dirty="0" sz="2000">
                <a:solidFill>
                  <a:srgbClr val="2A2828"/>
                </a:solidFill>
                <a:latin typeface="Arial"/>
                <a:cs typeface="Arial"/>
              </a:rPr>
              <a:t>Search</a:t>
            </a:r>
            <a:r>
              <a:rPr dirty="0" sz="2000" spc="2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2A2828"/>
                </a:solidFill>
                <a:latin typeface="Arial"/>
                <a:cs typeface="Arial"/>
              </a:rPr>
              <a:t>by</a:t>
            </a:r>
            <a:r>
              <a:rPr dirty="0" sz="2000" spc="-6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A2828"/>
                </a:solidFill>
                <a:latin typeface="Arial"/>
                <a:cs typeface="Arial"/>
              </a:rPr>
              <a:t>name,</a:t>
            </a:r>
            <a:r>
              <a:rPr dirty="0" sz="2000">
                <a:solidFill>
                  <a:srgbClr val="2A2828"/>
                </a:solidFill>
                <a:latin typeface="Arial"/>
                <a:cs typeface="Arial"/>
              </a:rPr>
              <a:t>	</a:t>
            </a:r>
            <a:r>
              <a:rPr dirty="0" u="heavy" sz="2000" spc="180">
                <a:solidFill>
                  <a:srgbClr val="4646CA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••</a:t>
            </a:r>
            <a:r>
              <a:rPr dirty="0" u="heavy" sz="2000" spc="180">
                <a:solidFill>
                  <a:srgbClr val="4B4DA7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..-</a:t>
            </a:r>
            <a:r>
              <a:rPr dirty="0" u="heavy" sz="2000" spc="195">
                <a:solidFill>
                  <a:srgbClr val="4B4DA7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1400" spc="110">
                <a:solidFill>
                  <a:srgbClr val="4646CA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◄</a:t>
            </a:r>
            <a:r>
              <a:rPr dirty="0" u="heavy" sz="2000" spc="110">
                <a:solidFill>
                  <a:srgbClr val="4646CA"/>
                </a:solidFill>
                <a:uFill>
                  <a:solidFill>
                    <a:srgbClr val="4646CA"/>
                  </a:solidFill>
                </a:uFill>
                <a:latin typeface="Arial"/>
                <a:cs typeface="Arial"/>
              </a:rPr>
              <a:t>•</a:t>
            </a:r>
            <a:r>
              <a:rPr dirty="0" u="heavy" sz="2000" spc="110">
                <a:solidFill>
                  <a:srgbClr val="6769A7"/>
                </a:solidFill>
                <a:uFill>
                  <a:solidFill>
                    <a:srgbClr val="6D6D6D"/>
                  </a:solidFill>
                </a:uFill>
                <a:latin typeface="Arial"/>
                <a:cs typeface="Arial"/>
              </a:rPr>
              <a:t>I</a:t>
            </a:r>
            <a:r>
              <a:rPr dirty="0" u="heavy" sz="2000" spc="110">
                <a:solidFill>
                  <a:srgbClr val="6D6D6D"/>
                </a:solidFill>
                <a:uFill>
                  <a:solidFill>
                    <a:srgbClr val="6D6D6D"/>
                  </a:solidFill>
                </a:uFill>
                <a:latin typeface="Arial"/>
                <a:cs typeface="Arial"/>
              </a:rPr>
              <a:t>o</a:t>
            </a:r>
            <a:r>
              <a:rPr dirty="0" sz="2000" spc="110">
                <a:solidFill>
                  <a:srgbClr val="6D6D6D"/>
                </a:solidFill>
                <a:latin typeface="Arial"/>
                <a:cs typeface="Arial"/>
              </a:rPr>
              <a:t>.</a:t>
            </a:r>
            <a:r>
              <a:rPr dirty="0" u="heavy" sz="1250" spc="110">
                <a:solidFill>
                  <a:srgbClr val="8E8E8E"/>
                </a:solidFill>
                <a:uFill>
                  <a:solidFill>
                    <a:srgbClr val="8E8E8E"/>
                  </a:solidFill>
                </a:uFill>
                <a:latin typeface="Arial"/>
                <a:cs typeface="Arial"/>
              </a:rPr>
              <a:t>s.w•.</a:t>
            </a:r>
            <a:r>
              <a:rPr dirty="0" u="heavy" sz="1250" spc="-114">
                <a:solidFill>
                  <a:srgbClr val="8E8E8E"/>
                </a:solidFill>
                <a:uFill>
                  <a:solidFill>
                    <a:srgbClr val="8E8E8E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50" spc="-55">
                <a:solidFill>
                  <a:srgbClr val="8E8E8E"/>
                </a:solidFill>
                <a:uFill>
                  <a:solidFill>
                    <a:srgbClr val="8E8E8E"/>
                  </a:solidFill>
                </a:uFill>
                <a:latin typeface="Arial"/>
                <a:cs typeface="Arial"/>
              </a:rPr>
              <a:t>.,,,..</a:t>
            </a:r>
            <a:r>
              <a:rPr dirty="0" u="heavy" sz="1250" spc="-150">
                <a:solidFill>
                  <a:srgbClr val="8E8E8E"/>
                </a:solidFill>
                <a:uFill>
                  <a:solidFill>
                    <a:srgbClr val="8E8E8E"/>
                  </a:solidFill>
                </a:uFill>
                <a:latin typeface="Arial"/>
                <a:cs typeface="Arial"/>
              </a:rPr>
              <a:t>,</a:t>
            </a:r>
            <a:r>
              <a:rPr dirty="0" u="heavy" sz="1250" spc="-55">
                <a:solidFill>
                  <a:srgbClr val="8E8E8E"/>
                </a:solidFill>
                <a:uFill>
                  <a:solidFill>
                    <a:srgbClr val="8E8E8E"/>
                  </a:solidFill>
                </a:uFill>
                <a:latin typeface="Arial"/>
                <a:cs typeface="Arial"/>
              </a:rPr>
              <a:t>.......</a:t>
            </a:r>
            <a:r>
              <a:rPr dirty="0" sz="1250" spc="-330">
                <a:solidFill>
                  <a:srgbClr val="8E8E8E"/>
                </a:solidFill>
                <a:latin typeface="Arial"/>
                <a:cs typeface="Arial"/>
              </a:rPr>
              <a:t>.</a:t>
            </a:r>
            <a:r>
              <a:rPr dirty="0" u="heavy" sz="2000" spc="-50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.,,.,&lt;1,.</a:t>
            </a:r>
            <a:r>
              <a:rPr dirty="0" u="heavy" sz="2000" spc="10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sz="2000" spc="-50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2000" spc="240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2000" spc="-50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...</a:t>
            </a:r>
            <a:r>
              <a:rPr dirty="0" u="heavy" sz="2000" spc="-375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sz="2000" spc="-50">
                <a:solidFill>
                  <a:srgbClr val="8E8E8E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2000" spc="-50">
                <a:solidFill>
                  <a:srgbClr val="B6B6B5"/>
                </a:solidFill>
                <a:uFill>
                  <a:solidFill>
                    <a:srgbClr val="B6B6B5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sz="2000" spc="-50">
                <a:solidFill>
                  <a:srgbClr val="B6B6B5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55"/>
              </a:lnSpc>
            </a:pPr>
            <a:r>
              <a:rPr dirty="0" sz="2000" spc="60">
                <a:solidFill>
                  <a:srgbClr val="2A2828"/>
                </a:solidFill>
                <a:latin typeface="Arial"/>
                <a:cs typeface="Arial"/>
              </a:rPr>
              <a:t>description</a:t>
            </a:r>
            <a:r>
              <a:rPr dirty="0" sz="2000" spc="60">
                <a:solidFill>
                  <a:srgbClr val="4B4B49"/>
                </a:solidFill>
                <a:latin typeface="Arial"/>
                <a:cs typeface="Arial"/>
              </a:rPr>
              <a:t>,</a:t>
            </a:r>
            <a:r>
              <a:rPr dirty="0" sz="2000" spc="-5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2000" spc="60">
                <a:solidFill>
                  <a:srgbClr val="2A2828"/>
                </a:solidFill>
                <a:latin typeface="Arial"/>
                <a:cs typeface="Arial"/>
              </a:rPr>
              <a:t>or</a:t>
            </a:r>
            <a:r>
              <a:rPr dirty="0" sz="2000" spc="-1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2A2828"/>
                </a:solidFill>
                <a:latin typeface="Arial"/>
                <a:cs typeface="Arial"/>
              </a:rPr>
              <a:t>tags.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257181" y="2942926"/>
            <a:ext cx="20326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10895" algn="l"/>
                <a:tab pos="1550035" algn="l"/>
              </a:tabLst>
            </a:pPr>
            <a:r>
              <a:rPr dirty="0" u="heavy" sz="900" spc="-10">
                <a:solidFill>
                  <a:srgbClr val="B37B03"/>
                </a:solidFill>
                <a:uFill>
                  <a:solidFill>
                    <a:srgbClr val="B37B03"/>
                  </a:solidFill>
                </a:uFill>
                <a:latin typeface="Times New Roman"/>
                <a:cs typeface="Times New Roman"/>
              </a:rPr>
              <a:t>EU1Sl11nenlbl</a:t>
            </a:r>
            <a:r>
              <a:rPr dirty="0" sz="900">
                <a:solidFill>
                  <a:srgbClr val="B37B03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7E7C7E"/>
                </a:solidFill>
                <a:latin typeface="Times New Roman"/>
                <a:cs typeface="Times New Roman"/>
              </a:rPr>
              <a:t>•</a:t>
            </a:r>
            <a:r>
              <a:rPr dirty="0" sz="900" spc="210">
                <a:solidFill>
                  <a:srgbClr val="7E7C7E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383838"/>
                </a:solidFill>
                <a:latin typeface="Times New Roman"/>
                <a:cs typeface="Times New Roman"/>
              </a:rPr>
              <a:t>Sctthgs</a:t>
            </a:r>
            <a:r>
              <a:rPr dirty="0" sz="90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dirty="0" sz="1150" spc="-100">
                <a:solidFill>
                  <a:srgbClr val="5D5D5D"/>
                </a:solidFill>
                <a:latin typeface="Times New Roman"/>
                <a:cs typeface="Times New Roman"/>
              </a:rPr>
              <a:t>'O</a:t>
            </a:r>
            <a:r>
              <a:rPr dirty="0" sz="1150" spc="-1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2A2828"/>
                </a:solidFill>
                <a:latin typeface="Times New Roman"/>
                <a:cs typeface="Times New Roman"/>
              </a:rPr>
              <a:t>ltc</a:t>
            </a:r>
            <a:r>
              <a:rPr dirty="0" sz="900" spc="40">
                <a:solidFill>
                  <a:srgbClr val="4B4B49"/>
                </a:solidFill>
                <a:latin typeface="Times New Roman"/>
                <a:cs typeface="Times New Roman"/>
              </a:rPr>
              <a:t>hn</a:t>
            </a:r>
            <a:r>
              <a:rPr dirty="0" sz="900" spc="40">
                <a:solidFill>
                  <a:srgbClr val="2A2828"/>
                </a:solidFill>
                <a:latin typeface="Times New Roman"/>
                <a:cs typeface="Times New Roman"/>
              </a:rPr>
              <a:t>h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303252" y="3779042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 h="0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8585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290552" y="3357827"/>
            <a:ext cx="128905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35">
                <a:solidFill>
                  <a:srgbClr val="8585B8"/>
                </a:solidFill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26112" y="3964218"/>
            <a:ext cx="55054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383838"/>
                </a:solidFill>
                <a:latin typeface="Times New Roman"/>
                <a:cs typeface="Times New Roman"/>
              </a:rPr>
              <a:t>Catqieries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50404" y="4436566"/>
            <a:ext cx="15303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750" spc="700" i="1">
                <a:solidFill>
                  <a:srgbClr val="4B4DA7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(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77862" y="4257840"/>
            <a:ext cx="2082164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750" spc="685" i="1">
                <a:solidFill>
                  <a:srgbClr val="4B4B70"/>
                </a:solidFill>
                <a:uFill>
                  <a:solidFill>
                    <a:srgbClr val="4B4B70"/>
                  </a:solidFill>
                </a:uFill>
                <a:latin typeface="Arial"/>
                <a:cs typeface="Arial"/>
              </a:rPr>
              <a:t>,</a:t>
            </a:r>
            <a:r>
              <a:rPr dirty="0" sz="750" spc="685" i="1">
                <a:solidFill>
                  <a:srgbClr val="4B4B70"/>
                </a:solidFill>
                <a:latin typeface="Arial"/>
                <a:cs typeface="Arial"/>
              </a:rPr>
              <a:t>-</a:t>
            </a:r>
            <a:r>
              <a:rPr dirty="0" u="heavy" sz="750" spc="750" i="1">
                <a:solidFill>
                  <a:srgbClr val="4B4DA7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----------</a:t>
            </a:r>
            <a:r>
              <a:rPr dirty="0" u="heavy" sz="750" spc="1010" i="1">
                <a:solidFill>
                  <a:srgbClr val="4B4DA7"/>
                </a:solidFill>
                <a:uFill>
                  <a:solidFill>
                    <a:srgbClr val="4B4DA7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750" spc="1010" i="1">
                <a:solidFill>
                  <a:srgbClr val="4646CA"/>
                </a:solidFill>
                <a:uFill>
                  <a:solidFill>
                    <a:srgbClr val="4646CA"/>
                  </a:solidFill>
                </a:uFill>
                <a:latin typeface="Arial"/>
                <a:cs typeface="Arial"/>
              </a:rPr>
              <a:t>•·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19893" y="4257840"/>
            <a:ext cx="93853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220">
                <a:solidFill>
                  <a:srgbClr val="4B4B49"/>
                </a:solidFill>
                <a:latin typeface="Arial"/>
                <a:cs typeface="Arial"/>
              </a:rPr>
              <a:t>AA</a:t>
            </a:r>
            <a:r>
              <a:rPr dirty="0" sz="750" spc="220">
                <a:solidFill>
                  <a:srgbClr val="2A2828"/>
                </a:solidFill>
                <a:latin typeface="Arial"/>
                <a:cs typeface="Arial"/>
              </a:rPr>
              <a:t>6</a:t>
            </a:r>
            <a:r>
              <a:rPr dirty="0" sz="750" spc="220">
                <a:solidFill>
                  <a:srgbClr val="4B4B49"/>
                </a:solidFill>
                <a:latin typeface="Arial"/>
                <a:cs typeface="Arial"/>
              </a:rPr>
              <a:t>�Medc.</a:t>
            </a:r>
            <a:r>
              <a:rPr dirty="0" sz="750" spc="220">
                <a:solidFill>
                  <a:srgbClr val="2A2828"/>
                </a:solidFill>
                <a:latin typeface="Arial"/>
                <a:cs typeface="Arial"/>
              </a:rPr>
              <a:t>l</a:t>
            </a:r>
            <a:r>
              <a:rPr dirty="0" sz="750" spc="220">
                <a:solidFill>
                  <a:srgbClr val="4B4B49"/>
                </a:solidFill>
                <a:latin typeface="Arial"/>
                <a:cs typeface="Arial"/>
              </a:rPr>
              <a:t>s</a:t>
            </a:r>
            <a:endParaRPr sz="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0460" y="4513163"/>
            <a:ext cx="34036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6D6D6D"/>
                </a:solidFill>
                <a:latin typeface="Arial"/>
                <a:cs typeface="Arial"/>
              </a:rPr>
              <a:t>Sort</a:t>
            </a:r>
            <a:r>
              <a:rPr dirty="0" sz="800" spc="-25">
                <a:solidFill>
                  <a:srgbClr val="5D5D5D"/>
                </a:solidFill>
                <a:latin typeface="Arial"/>
                <a:cs typeface="Arial"/>
              </a:rPr>
              <a:t>b')'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4126" y="4500397"/>
            <a:ext cx="60515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110"/>
              </a:lnSpc>
              <a:spcBef>
                <a:spcPts val="105"/>
              </a:spcBef>
            </a:pPr>
            <a:r>
              <a:rPr dirty="0" sz="1050" spc="-10">
                <a:solidFill>
                  <a:srgbClr val="6D6D6D"/>
                </a:solidFill>
                <a:latin typeface="Times New Roman"/>
                <a:cs typeface="Times New Roman"/>
              </a:rPr>
              <a:t>Oroe</a:t>
            </a:r>
            <a:r>
              <a:rPr dirty="0" sz="1050" spc="-10">
                <a:solidFill>
                  <a:srgbClr val="4B4B49"/>
                </a:solidFill>
                <a:latin typeface="Times New Roman"/>
                <a:cs typeface="Times New Roman"/>
              </a:rPr>
              <a:t>r</a:t>
            </a:r>
            <a:endParaRPr sz="1050">
              <a:latin typeface="Times New Roman"/>
              <a:cs typeface="Times New Roman"/>
            </a:endParaRPr>
          </a:p>
          <a:p>
            <a:pPr marL="83185">
              <a:lnSpc>
                <a:spcPts val="2250"/>
              </a:lnSpc>
            </a:pPr>
            <a:r>
              <a:rPr dirty="0" sz="2000" spc="-150">
                <a:solidFill>
                  <a:srgbClr val="6D6D6D"/>
                </a:solidFill>
                <a:latin typeface="Arial"/>
                <a:cs typeface="Arial"/>
              </a:rPr>
              <a:t>......,..,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0732" y="4621675"/>
            <a:ext cx="2457450" cy="9321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6510" marR="5080" indent="-4445">
              <a:lnSpc>
                <a:spcPct val="98400"/>
              </a:lnSpc>
              <a:spcBef>
                <a:spcPts val="145"/>
              </a:spcBef>
            </a:pPr>
            <a:r>
              <a:rPr dirty="0" sz="2000">
                <a:solidFill>
                  <a:srgbClr val="2A2828"/>
                </a:solidFill>
                <a:latin typeface="Arial"/>
                <a:cs typeface="Arial"/>
              </a:rPr>
              <a:t>Filter</a:t>
            </a:r>
            <a:r>
              <a:rPr dirty="0" sz="2000" spc="9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2A2828"/>
                </a:solidFill>
                <a:latin typeface="Arial"/>
                <a:cs typeface="Arial"/>
              </a:rPr>
              <a:t>by</a:t>
            </a:r>
            <a:r>
              <a:rPr dirty="0" sz="2000" spc="-7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2A2828"/>
                </a:solidFill>
                <a:latin typeface="Arial"/>
                <a:cs typeface="Arial"/>
              </a:rPr>
              <a:t>category</a:t>
            </a:r>
            <a:r>
              <a:rPr dirty="0" sz="2000" spc="26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A2828"/>
                </a:solidFill>
                <a:latin typeface="Arial"/>
                <a:cs typeface="Arial"/>
              </a:rPr>
              <a:t>to </a:t>
            </a:r>
            <a:r>
              <a:rPr dirty="0" sz="2000" spc="90">
                <a:solidFill>
                  <a:srgbClr val="2A2828"/>
                </a:solidFill>
                <a:latin typeface="Arial"/>
                <a:cs typeface="Arial"/>
              </a:rPr>
              <a:t>find</a:t>
            </a:r>
            <a:r>
              <a:rPr dirty="0" sz="2000" spc="-8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95">
                <a:solidFill>
                  <a:srgbClr val="2A2828"/>
                </a:solidFill>
                <a:latin typeface="Arial"/>
                <a:cs typeface="Arial"/>
              </a:rPr>
              <a:t>the</a:t>
            </a:r>
            <a:r>
              <a:rPr dirty="0" sz="2000" spc="-14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70">
                <a:solidFill>
                  <a:srgbClr val="2A2828"/>
                </a:solidFill>
                <a:latin typeface="Arial"/>
                <a:cs typeface="Arial"/>
              </a:rPr>
              <a:t>right</a:t>
            </a:r>
            <a:r>
              <a:rPr dirty="0" sz="2000" spc="-1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2A2828"/>
                </a:solidFill>
                <a:latin typeface="Arial"/>
                <a:cs typeface="Arial"/>
              </a:rPr>
              <a:t>tool</a:t>
            </a:r>
            <a:r>
              <a:rPr dirty="0" sz="2000" spc="-6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2A2828"/>
                </a:solidFill>
                <a:latin typeface="Arial"/>
                <a:cs typeface="Arial"/>
              </a:rPr>
              <a:t>for </a:t>
            </a:r>
            <a:r>
              <a:rPr dirty="0" sz="2000" spc="75">
                <a:solidFill>
                  <a:srgbClr val="2A2828"/>
                </a:solidFill>
                <a:latin typeface="Arial"/>
                <a:cs typeface="Arial"/>
              </a:rPr>
              <a:t>the</a:t>
            </a:r>
            <a:r>
              <a:rPr dirty="0" sz="2000" spc="5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A2828"/>
                </a:solidFill>
                <a:latin typeface="Arial"/>
                <a:cs typeface="Arial"/>
              </a:rPr>
              <a:t>job.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4550" y="4621675"/>
            <a:ext cx="9017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solidFill>
                  <a:srgbClr val="5D5D5D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57602" y="4213159"/>
            <a:ext cx="38036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>
                <a:solidFill>
                  <a:srgbClr val="383838"/>
                </a:solidFill>
                <a:latin typeface="Times New Roman"/>
                <a:cs typeface="Times New Roman"/>
              </a:rPr>
              <a:t>Dus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6�</a:t>
            </a:r>
            <a:endParaRPr sz="8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24864" y="4219542"/>
            <a:ext cx="1117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20">
                <a:solidFill>
                  <a:srgbClr val="4B4B49"/>
                </a:solidFill>
                <a:latin typeface="Arial"/>
                <a:cs typeface="Arial"/>
              </a:rPr>
              <a:t>�</a:t>
            </a:r>
            <a:endParaRPr sz="8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47308" y="4213159"/>
            <a:ext cx="411289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39165" algn="l"/>
                <a:tab pos="1882139" algn="l"/>
                <a:tab pos="2445385" algn="l"/>
                <a:tab pos="3311525" algn="l"/>
                <a:tab pos="3846195" algn="l"/>
              </a:tabLst>
            </a:pPr>
            <a:r>
              <a:rPr dirty="0" sz="900">
                <a:solidFill>
                  <a:srgbClr val="4B4B49"/>
                </a:solidFill>
                <a:latin typeface="Times New Roman"/>
                <a:cs typeface="Times New Roman"/>
              </a:rPr>
              <a:t>fie</a:t>
            </a:r>
            <a:r>
              <a:rPr dirty="0" sz="900" spc="75">
                <a:solidFill>
                  <a:srgbClr val="4B4B49"/>
                </a:solidFill>
                <a:latin typeface="Times New Roman"/>
                <a:cs typeface="Times New Roman"/>
              </a:rPr>
              <a:t> </a:t>
            </a:r>
            <a:r>
              <a:rPr dirty="0" sz="850" spc="75">
                <a:solidFill>
                  <a:srgbClr val="4B4B49"/>
                </a:solidFill>
                <a:latin typeface="Arial"/>
                <a:cs typeface="Arial"/>
              </a:rPr>
              <a:t>,._gelllfflt</a:t>
            </a:r>
            <a:r>
              <a:rPr dirty="0" sz="850">
                <a:solidFill>
                  <a:srgbClr val="4B4B49"/>
                </a:solidFill>
                <a:latin typeface="Arial"/>
                <a:cs typeface="Arial"/>
              </a:rPr>
              <a:t>	</a:t>
            </a:r>
            <a:r>
              <a:rPr dirty="0" sz="900" spc="-10" i="1">
                <a:solidFill>
                  <a:srgbClr val="4B4B49"/>
                </a:solidFill>
                <a:latin typeface="Times New Roman"/>
                <a:cs typeface="Times New Roman"/>
              </a:rPr>
              <a:t>Al'k</a:t>
            </a:r>
            <a:r>
              <a:rPr dirty="0" sz="800" spc="-10">
                <a:solidFill>
                  <a:srgbClr val="2A2828"/>
                </a:solidFill>
                <a:latin typeface="Arial"/>
                <a:cs typeface="Arial"/>
              </a:rPr>
              <a:t>&amp;</a:t>
            </a:r>
            <a:r>
              <a:rPr dirty="0" sz="900" spc="-10">
                <a:solidFill>
                  <a:srgbClr val="4B4B49"/>
                </a:solidFill>
                <a:latin typeface="Arial"/>
                <a:cs typeface="Arial"/>
              </a:rPr>
              <a:t>ant.g,eticn</a:t>
            </a:r>
            <a:r>
              <a:rPr dirty="0" sz="900">
                <a:solidFill>
                  <a:srgbClr val="4B4B49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383838"/>
                </a:solidFill>
                <a:latin typeface="Times New Roman"/>
                <a:cs typeface="Times New Roman"/>
              </a:rPr>
              <a:t>S.Cuitty</a:t>
            </a:r>
            <a:r>
              <a:rPr dirty="0" sz="90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Commu</a:t>
            </a:r>
            <a:r>
              <a:rPr dirty="0" sz="900" spc="-10">
                <a:solidFill>
                  <a:srgbClr val="2A2828"/>
                </a:solidFill>
                <a:latin typeface="Times New Roman"/>
                <a:cs typeface="Times New Roman"/>
              </a:rPr>
              <a:t>n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iaticn</a:t>
            </a:r>
            <a:r>
              <a:rPr dirty="0" sz="900">
                <a:solidFill>
                  <a:srgbClr val="4B4B49"/>
                </a:solidFill>
                <a:latin typeface="Times New Roman"/>
                <a:cs typeface="Times New Roman"/>
              </a:rPr>
              <a:t>	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OJstom</a:t>
            </a:r>
            <a:r>
              <a:rPr dirty="0" sz="900">
                <a:solidFill>
                  <a:srgbClr val="4B4B49"/>
                </a:solidFill>
                <a:latin typeface="Times New Roman"/>
                <a:cs typeface="Times New Roman"/>
              </a:rPr>
              <a:t>	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Other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86822" y="5279771"/>
            <a:ext cx="1686560" cy="92392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05"/>
              </a:spcBef>
            </a:pPr>
            <a:r>
              <a:rPr dirty="0" sz="1350" spc="-10">
                <a:solidFill>
                  <a:srgbClr val="2A2828"/>
                </a:solidFill>
                <a:latin typeface="Times New Roman"/>
                <a:cs typeface="Times New Roman"/>
              </a:rPr>
              <a:t>Gma</a:t>
            </a:r>
            <a:r>
              <a:rPr dirty="0" sz="1350" spc="-10">
                <a:solidFill>
                  <a:srgbClr val="4B4B49"/>
                </a:solidFill>
                <a:latin typeface="Times New Roman"/>
                <a:cs typeface="Times New Roman"/>
              </a:rPr>
              <a:t>ll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900" spc="-45">
                <a:solidFill>
                  <a:srgbClr val="4B4B49"/>
                </a:solidFill>
                <a:latin typeface="Arial"/>
                <a:cs typeface="Arial"/>
              </a:rPr>
              <a:t>by</a:t>
            </a:r>
            <a:r>
              <a:rPr dirty="0" sz="900" spc="-5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4B4B49"/>
                </a:solidFill>
                <a:latin typeface="Arial"/>
                <a:cs typeface="Arial"/>
              </a:rPr>
              <a:t>Ayvstl-</a:t>
            </a:r>
            <a:r>
              <a:rPr dirty="0" sz="900" spc="-10">
                <a:solidFill>
                  <a:srgbClr val="4B4B49"/>
                </a:solidFill>
                <a:latin typeface="Arial"/>
                <a:cs typeface="Arial"/>
              </a:rPr>
              <a:t>k</a:t>
            </a:r>
            <a:r>
              <a:rPr dirty="0" sz="900" spc="-10">
                <a:solidFill>
                  <a:srgbClr val="6D6D6D"/>
                </a:solidFill>
                <a:latin typeface="Arial"/>
                <a:cs typeface="Arial"/>
              </a:rPr>
              <a:t>•</a:t>
            </a:r>
            <a:r>
              <a:rPr dirty="0" sz="900" spc="-10">
                <a:solidFill>
                  <a:srgbClr val="4B4B49"/>
                </a:solidFill>
                <a:latin typeface="Arial"/>
                <a:cs typeface="Arial"/>
              </a:rPr>
              <a:t>Sll</a:t>
            </a:r>
            <a:r>
              <a:rPr dirty="0" sz="900" spc="-10">
                <a:solidFill>
                  <a:srgbClr val="2A2828"/>
                </a:solidFill>
                <a:latin typeface="Arial"/>
                <a:cs typeface="Arial"/>
              </a:rPr>
              <a:t>u</a:t>
            </a:r>
            <a:r>
              <a:rPr dirty="0" sz="900" spc="-10">
                <a:solidFill>
                  <a:srgbClr val="4B4B49"/>
                </a:solidFill>
                <a:latin typeface="Arial"/>
                <a:cs typeface="Arial"/>
              </a:rPr>
              <a:t>lda</a:t>
            </a:r>
            <a:endParaRPr sz="900">
              <a:latin typeface="Arial"/>
              <a:cs typeface="Arial"/>
            </a:endParaRPr>
          </a:p>
          <a:p>
            <a:pPr marL="20320">
              <a:lnSpc>
                <a:spcPts val="1070"/>
              </a:lnSpc>
              <a:spcBef>
                <a:spcPts val="830"/>
              </a:spcBef>
            </a:pPr>
            <a:r>
              <a:rPr dirty="0" sz="900" spc="-60">
                <a:solidFill>
                  <a:srgbClr val="4B4B49"/>
                </a:solidFill>
                <a:latin typeface="Arial"/>
                <a:cs typeface="Arial"/>
              </a:rPr>
              <a:t>A</a:t>
            </a:r>
            <a:r>
              <a:rPr dirty="0" sz="900" spc="-9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B4B49"/>
                </a:solidFill>
                <a:latin typeface="Arial"/>
                <a:cs typeface="Arial"/>
              </a:rPr>
              <a:t>SqteMCP&amp;eNet</a:t>
            </a:r>
            <a:r>
              <a:rPr dirty="0" sz="900" spc="-7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4B4B49"/>
                </a:solidFill>
                <a:latin typeface="Arial"/>
                <a:cs typeface="Arial"/>
              </a:rPr>
              <a:t>fe,</a:t>
            </a:r>
            <a:r>
              <a:rPr dirty="0" sz="900" spc="-5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4B4B49"/>
                </a:solidFill>
                <a:latin typeface="Arial"/>
                <a:cs typeface="Arial"/>
              </a:rPr>
              <a:t>Cma</a:t>
            </a:r>
            <a:r>
              <a:rPr dirty="0" sz="900" spc="-60">
                <a:solidFill>
                  <a:srgbClr val="8E8E8E"/>
                </a:solidFill>
                <a:latin typeface="Arial"/>
                <a:cs typeface="Arial"/>
              </a:rPr>
              <a:t>l</a:t>
            </a:r>
            <a:r>
              <a:rPr dirty="0" sz="900" spc="165">
                <a:solidFill>
                  <a:srgbClr val="8E8E8E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5D5D5D"/>
                </a:solidFill>
                <a:latin typeface="Arial"/>
                <a:cs typeface="Arial"/>
              </a:rPr>
              <a:t>v.t:h</a:t>
            </a:r>
            <a:r>
              <a:rPr dirty="0" sz="900" spc="-30">
                <a:solidFill>
                  <a:srgbClr val="4B4B49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ts val="1130"/>
              </a:lnSpc>
            </a:pPr>
            <a:r>
              <a:rPr dirty="0" sz="950" spc="-55">
                <a:solidFill>
                  <a:srgbClr val="4B4B49"/>
                </a:solidFill>
                <a:latin typeface="Arial"/>
                <a:cs typeface="Arial"/>
              </a:rPr>
              <a:t>oper8'k:tls</a:t>
            </a:r>
            <a:r>
              <a:rPr dirty="0" sz="950" spc="-4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D5D5D"/>
                </a:solidFill>
                <a:latin typeface="Arial"/>
                <a:cs typeface="Arial"/>
              </a:rPr>
              <a:t>With</a:t>
            </a: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eavtt'l2.8,</a:t>
            </a:r>
            <a:endParaRPr sz="9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41943" y="5891907"/>
            <a:ext cx="54800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fer</a:t>
            </a:r>
            <a:r>
              <a:rPr dirty="0" sz="950" spc="-16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4B4B49"/>
                </a:solidFill>
                <a:latin typeface="Arial"/>
                <a:cs typeface="Arial"/>
              </a:rPr>
              <a:t>allbeslc::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76952" y="5314239"/>
            <a:ext cx="935355" cy="49212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735"/>
              </a:spcBef>
            </a:pPr>
            <a:r>
              <a:rPr dirty="0" sz="1250" spc="-90" b="1">
                <a:solidFill>
                  <a:srgbClr val="383838"/>
                </a:solidFill>
                <a:latin typeface="Arial"/>
                <a:cs typeface="Arial"/>
              </a:rPr>
              <a:t>mcp•loca</a:t>
            </a:r>
            <a:r>
              <a:rPr dirty="0" sz="1250" spc="-90" b="1">
                <a:solidFill>
                  <a:srgbClr val="131311"/>
                </a:solidFill>
                <a:latin typeface="Arial"/>
                <a:cs typeface="Arial"/>
              </a:rPr>
              <a:t>l</a:t>
            </a:r>
            <a:r>
              <a:rPr dirty="0" sz="1250" spc="-90" b="1">
                <a:solidFill>
                  <a:srgbClr val="4B4B49"/>
                </a:solidFill>
                <a:latin typeface="Arial"/>
                <a:cs typeface="Arial"/>
              </a:rPr>
              <a:t>•</a:t>
            </a:r>
            <a:r>
              <a:rPr dirty="0" sz="1250" spc="-90" b="1">
                <a:solidFill>
                  <a:srgbClr val="2A2828"/>
                </a:solidFill>
                <a:latin typeface="Arial"/>
                <a:cs typeface="Arial"/>
              </a:rPr>
              <a:t>rag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bynklpi</a:t>
            </a:r>
            <a:r>
              <a:rPr dirty="0" sz="900" spc="-10">
                <a:solidFill>
                  <a:srgbClr val="2A2828"/>
                </a:solidFill>
                <a:latin typeface="Times New Roman"/>
                <a:cs typeface="Times New Roman"/>
              </a:rPr>
              <a:t>l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a8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51491" y="5326837"/>
            <a:ext cx="784860" cy="48069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635"/>
              </a:spcBef>
            </a:pPr>
            <a:r>
              <a:rPr dirty="0" sz="1250" spc="-100" b="1">
                <a:solidFill>
                  <a:srgbClr val="2A2828"/>
                </a:solidFill>
                <a:latin typeface="Arial"/>
                <a:cs typeface="Arial"/>
              </a:rPr>
              <a:t>W</a:t>
            </a:r>
            <a:r>
              <a:rPr dirty="0" sz="1250" spc="-100" b="1">
                <a:solidFill>
                  <a:srgbClr val="4B4B49"/>
                </a:solidFill>
                <a:latin typeface="Arial"/>
                <a:cs typeface="Arial"/>
              </a:rPr>
              <a:t>a</a:t>
            </a:r>
            <a:r>
              <a:rPr dirty="0" sz="1250" spc="-100" b="1">
                <a:solidFill>
                  <a:srgbClr val="2A2828"/>
                </a:solidFill>
                <a:latin typeface="Arial"/>
                <a:cs typeface="Arial"/>
              </a:rPr>
              <a:t>yStat</a:t>
            </a:r>
            <a:r>
              <a:rPr dirty="0" sz="1250" spc="-100" b="1">
                <a:solidFill>
                  <a:srgbClr val="4B4B49"/>
                </a:solidFill>
                <a:latin typeface="Arial"/>
                <a:cs typeface="Arial"/>
              </a:rPr>
              <a:t>ion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900">
                <a:solidFill>
                  <a:srgbClr val="4B4B49"/>
                </a:solidFill>
                <a:latin typeface="Arial"/>
                <a:cs typeface="Arial"/>
              </a:rPr>
              <a:t>by</a:t>
            </a:r>
            <a:r>
              <a:rPr dirty="0" sz="900" spc="-2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50" spc="-40">
                <a:solidFill>
                  <a:srgbClr val="4B4B49"/>
                </a:solidFill>
                <a:latin typeface="Times New Roman"/>
                <a:cs typeface="Times New Roman"/>
              </a:rPr>
              <a:t>wayt-</a:t>
            </a:r>
            <a:r>
              <a:rPr dirty="0" sz="950" spc="-25">
                <a:solidFill>
                  <a:srgbClr val="4B4B49"/>
                </a:solidFill>
                <a:latin typeface="Times New Roman"/>
                <a:cs typeface="Times New Roman"/>
              </a:rPr>
              <a:t>lelicn.._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69227" y="5891907"/>
            <a:ext cx="2692400" cy="3117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ts val="1125"/>
              </a:lnSpc>
              <a:spcBef>
                <a:spcPts val="105"/>
              </a:spcBef>
            </a:pPr>
            <a:r>
              <a:rPr dirty="0" sz="900">
                <a:solidFill>
                  <a:srgbClr val="5D5D5D"/>
                </a:solidFill>
                <a:latin typeface="Times New Roman"/>
                <a:cs typeface="Times New Roman"/>
              </a:rPr>
              <a:t>-p,bitive•</a:t>
            </a:r>
            <a:r>
              <a:rPr dirty="0" sz="950">
                <a:solidFill>
                  <a:srgbClr val="4B4B49"/>
                </a:solidFill>
                <a:latin typeface="Arial"/>
                <a:cs typeface="Arial"/>
              </a:rPr>
              <a:t>RAO-</a:t>
            </a:r>
            <a:r>
              <a:rPr dirty="0" sz="950" spc="-25">
                <a:solidFill>
                  <a:srgbClr val="4B4B49"/>
                </a:solidFill>
                <a:latin typeface="Arial"/>
                <a:cs typeface="Arial"/>
              </a:rPr>
              <a:t>Ike</a:t>
            </a:r>
            <a:r>
              <a:rPr dirty="0" sz="950" spc="-25">
                <a:solidFill>
                  <a:srgbClr val="4B4B49"/>
                </a:solidFill>
                <a:latin typeface="Times New Roman"/>
                <a:cs typeface="Times New Roman"/>
              </a:rPr>
              <a:t>web</a:t>
            </a:r>
            <a:r>
              <a:rPr dirty="0" sz="950" spc="-25">
                <a:solidFill>
                  <a:srgbClr val="4B4B49"/>
                </a:solidFill>
                <a:latin typeface="Arial"/>
                <a:cs typeface="Arial"/>
              </a:rPr>
              <a:t>seardl</a:t>
            </a: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model</a:t>
            </a: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cented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protOOl'I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125"/>
              </a:lnSpc>
            </a:pPr>
            <a:r>
              <a:rPr dirty="0" sz="950" spc="-70">
                <a:solidFill>
                  <a:srgbClr val="5D5D5D"/>
                </a:solidFill>
                <a:latin typeface="Arial"/>
                <a:cs typeface="Arial"/>
              </a:rPr>
              <a:t>(MCPI</a:t>
            </a:r>
            <a:r>
              <a:rPr dirty="0" sz="950" spc="-70">
                <a:solidFill>
                  <a:srgbClr val="4B4B49"/>
                </a:solidFill>
                <a:latin typeface="Arial"/>
                <a:cs typeface="Arial"/>
              </a:rPr>
              <a:t>serve</a:t>
            </a:r>
            <a:r>
              <a:rPr dirty="0" sz="950" spc="-70">
                <a:solidFill>
                  <a:srgbClr val="2A2828"/>
                </a:solidFill>
                <a:latin typeface="Arial"/>
                <a:cs typeface="Arial"/>
              </a:rPr>
              <a:t>r</a:t>
            </a:r>
            <a:r>
              <a:rPr dirty="0" sz="950" spc="40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B4B49"/>
                </a:solidFill>
                <a:latin typeface="Times New Roman"/>
                <a:cs typeface="Times New Roman"/>
              </a:rPr>
              <a:t>thet</a:t>
            </a:r>
            <a:r>
              <a:rPr dirty="0" sz="900" spc="125">
                <a:solidFill>
                  <a:srgbClr val="4B4B49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5D5D5D"/>
                </a:solidFill>
                <a:latin typeface="Times New Roman"/>
                <a:cs typeface="Times New Roman"/>
              </a:rPr>
              <a:t>f\l\S</a:t>
            </a:r>
            <a:r>
              <a:rPr dirty="0" sz="950" spc="-10">
                <a:solidFill>
                  <a:srgbClr val="5D5D5D"/>
                </a:solidFill>
                <a:latin typeface="Arial"/>
                <a:cs typeface="Arial"/>
              </a:rPr>
              <a:t>lecally</a:t>
            </a: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using</a:t>
            </a:r>
            <a:r>
              <a:rPr dirty="0" sz="900" spc="-10">
                <a:solidFill>
                  <a:srgbClr val="5D5D5D"/>
                </a:solidFill>
                <a:latin typeface="Times New Roman"/>
                <a:cs typeface="Times New Roman"/>
              </a:rPr>
              <a:t>Seogie'l</a:t>
            </a:r>
            <a:r>
              <a:rPr dirty="0" sz="950" spc="-10">
                <a:solidFill>
                  <a:srgbClr val="383838"/>
                </a:solidFill>
                <a:latin typeface="Arial"/>
                <a:cs typeface="Arial"/>
              </a:rPr>
              <a:t>Mfd�</a:t>
            </a:r>
            <a:r>
              <a:rPr dirty="0" sz="950" spc="-10">
                <a:solidFill>
                  <a:srgbClr val="4B4B49"/>
                </a:solidFill>
                <a:latin typeface="Arial"/>
                <a:cs typeface="Arial"/>
              </a:rPr>
              <a:t>Te</a:t>
            </a:r>
            <a:r>
              <a:rPr dirty="0" sz="950" spc="-10">
                <a:solidFill>
                  <a:srgbClr val="6D6D6D"/>
                </a:solidFill>
                <a:latin typeface="Arial"/>
                <a:cs typeface="Arial"/>
              </a:rPr>
              <a:t>...</a:t>
            </a:r>
            <a:endParaRPr sz="9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536618" y="3535662"/>
            <a:ext cx="102235" cy="187325"/>
          </a:xfrm>
          <a:custGeom>
            <a:avLst/>
            <a:gdLst/>
            <a:ahLst/>
            <a:cxnLst/>
            <a:rect l="l" t="t" r="r" b="b"/>
            <a:pathLst>
              <a:path w="102234" h="187325">
                <a:moveTo>
                  <a:pt x="101895" y="186848"/>
                </a:moveTo>
                <a:lnTo>
                  <a:pt x="0" y="186848"/>
                </a:lnTo>
                <a:lnTo>
                  <a:pt x="0" y="0"/>
                </a:lnTo>
                <a:lnTo>
                  <a:pt x="101895" y="0"/>
                </a:lnTo>
                <a:lnTo>
                  <a:pt x="101895" y="186848"/>
                </a:lnTo>
                <a:close/>
              </a:path>
            </a:pathLst>
          </a:custGeom>
          <a:solidFill>
            <a:srgbClr val="4F4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711610" y="3567765"/>
            <a:ext cx="280670" cy="144780"/>
          </a:xfrm>
          <a:custGeom>
            <a:avLst/>
            <a:gdLst/>
            <a:ahLst/>
            <a:cxnLst/>
            <a:rect l="l" t="t" r="r" b="b"/>
            <a:pathLst>
              <a:path w="280670" h="144779">
                <a:moveTo>
                  <a:pt x="280212" y="144382"/>
                </a:moveTo>
                <a:lnTo>
                  <a:pt x="0" y="144382"/>
                </a:lnTo>
                <a:lnTo>
                  <a:pt x="0" y="0"/>
                </a:lnTo>
                <a:lnTo>
                  <a:pt x="280212" y="0"/>
                </a:lnTo>
                <a:lnTo>
                  <a:pt x="280212" y="144382"/>
                </a:lnTo>
                <a:close/>
              </a:path>
            </a:pathLst>
          </a:custGeom>
          <a:solidFill>
            <a:srgbClr val="4F4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3072256" y="3470560"/>
            <a:ext cx="153035" cy="283845"/>
          </a:xfrm>
          <a:custGeom>
            <a:avLst/>
            <a:gdLst/>
            <a:ahLst/>
            <a:cxnLst/>
            <a:rect l="l" t="t" r="r" b="b"/>
            <a:pathLst>
              <a:path w="153034" h="283845">
                <a:moveTo>
                  <a:pt x="152843" y="283248"/>
                </a:moveTo>
                <a:lnTo>
                  <a:pt x="0" y="283248"/>
                </a:lnTo>
                <a:lnTo>
                  <a:pt x="0" y="0"/>
                </a:lnTo>
                <a:lnTo>
                  <a:pt x="152843" y="0"/>
                </a:lnTo>
                <a:lnTo>
                  <a:pt x="152843" y="283248"/>
                </a:lnTo>
                <a:close/>
              </a:path>
            </a:pathLst>
          </a:custGeom>
          <a:solidFill>
            <a:srgbClr val="4F4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2523918" y="3459956"/>
            <a:ext cx="68389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A3A5FD"/>
                </a:solidFill>
                <a:latin typeface="Arial"/>
                <a:cs typeface="Arial"/>
              </a:rPr>
              <a:t>ill</a:t>
            </a:r>
            <a:r>
              <a:rPr dirty="0" sz="1100" spc="455">
                <a:solidFill>
                  <a:srgbClr val="A3A5F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6B6F9"/>
                </a:solidFill>
                <a:latin typeface="Arial"/>
                <a:cs typeface="Arial"/>
              </a:rPr>
              <a:t>Allers</a:t>
            </a:r>
            <a:r>
              <a:rPr dirty="0" sz="850" spc="315">
                <a:solidFill>
                  <a:srgbClr val="B6B6F9"/>
                </a:solidFill>
                <a:latin typeface="Arial"/>
                <a:cs typeface="Arial"/>
              </a:rPr>
              <a:t> </a:t>
            </a:r>
            <a:r>
              <a:rPr dirty="0" sz="1600" spc="20" b="1">
                <a:solidFill>
                  <a:srgbClr val="FBFBFD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343064" y="4628058"/>
            <a:ext cx="124206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4B4B49"/>
                </a:solidFill>
                <a:latin typeface="Arial"/>
                <a:cs typeface="Arial"/>
              </a:rPr>
              <a:t>SOOwinstalledonly</a:t>
            </a:r>
            <a:r>
              <a:rPr dirty="0" sz="950" spc="459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50" spc="225">
                <a:solidFill>
                  <a:srgbClr val="A1A3A3"/>
                </a:solidFill>
                <a:latin typeface="Arial"/>
                <a:cs typeface="Arial"/>
              </a:rPr>
              <a:t>•</a:t>
            </a:r>
            <a:r>
              <a:rPr dirty="0" sz="950" spc="225">
                <a:solidFill>
                  <a:srgbClr val="CFCFCD"/>
                </a:solidFill>
                <a:latin typeface="Arial"/>
                <a:cs typeface="Arial"/>
              </a:rPr>
              <a:t>)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807327" y="4628058"/>
            <a:ext cx="4565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45">
                <a:solidFill>
                  <a:srgbClr val="383838"/>
                </a:solidFill>
                <a:latin typeface="Arial"/>
                <a:cs typeface="Arial"/>
              </a:rPr>
              <a:t>C</a:t>
            </a:r>
            <a:r>
              <a:rPr dirty="0" sz="950" spc="-45">
                <a:solidFill>
                  <a:srgbClr val="5D5D5D"/>
                </a:solidFill>
                <a:latin typeface="Arial"/>
                <a:cs typeface="Arial"/>
              </a:rPr>
              <a:t>iiat</a:t>
            </a:r>
            <a:r>
              <a:rPr dirty="0" sz="950" spc="-45">
                <a:solidFill>
                  <a:srgbClr val="383838"/>
                </a:solidFill>
                <a:latin typeface="Arial"/>
                <a:cs typeface="Arial"/>
              </a:rPr>
              <a:t>r</a:t>
            </a:r>
            <a:r>
              <a:rPr dirty="0" sz="950" spc="-45">
                <a:solidFill>
                  <a:srgbClr val="5D5D5D"/>
                </a:solidFill>
                <a:latin typeface="Arial"/>
                <a:cs typeface="Arial"/>
              </a:rPr>
              <a:t>1</a:t>
            </a:r>
            <a:r>
              <a:rPr dirty="0" sz="950" spc="-45">
                <a:solidFill>
                  <a:srgbClr val="2A2828"/>
                </a:solidFill>
                <a:latin typeface="Arial"/>
                <a:cs typeface="Arial"/>
              </a:rPr>
              <a:t>11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549383" y="5891907"/>
            <a:ext cx="2508250" cy="314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26670" marR="5080" indent="-14604">
              <a:lnSpc>
                <a:spcPts val="1110"/>
              </a:lnSpc>
              <a:spcBef>
                <a:spcPts val="165"/>
              </a:spcBef>
            </a:pPr>
            <a:r>
              <a:rPr dirty="0" sz="950" spc="-75">
                <a:solidFill>
                  <a:srgbClr val="4B4B49"/>
                </a:solidFill>
                <a:latin typeface="Arial"/>
                <a:cs typeface="Arial"/>
              </a:rPr>
              <a:t>Universe!MCPserver</a:t>
            </a:r>
            <a:r>
              <a:rPr dirty="0" sz="950" spc="-7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50" spc="-55">
                <a:solidFill>
                  <a:srgbClr val="383838"/>
                </a:solidFill>
                <a:latin typeface="Arial"/>
                <a:cs typeface="Arial"/>
              </a:rPr>
              <a:t>to</a:t>
            </a:r>
            <a:r>
              <a:rPr dirty="0" sz="950" spc="-55">
                <a:solidFill>
                  <a:srgbClr val="4B4B49"/>
                </a:solidFill>
                <a:latin typeface="Arial"/>
                <a:cs typeface="Arial"/>
              </a:rPr>
              <a:t>connect</a:t>
            </a:r>
            <a:r>
              <a:rPr dirty="0" sz="950" spc="-3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383838"/>
                </a:solidFill>
                <a:latin typeface="Times New Roman"/>
                <a:cs typeface="Times New Roman"/>
              </a:rPr>
              <a:t>to</a:t>
            </a:r>
            <a:r>
              <a:rPr dirty="0" sz="900" spc="11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950" spc="-80">
                <a:solidFill>
                  <a:srgbClr val="4B4B49"/>
                </a:solidFill>
                <a:latin typeface="Arial"/>
                <a:cs typeface="Arial"/>
              </a:rPr>
              <a:t>pepula</a:t>
            </a:r>
            <a:r>
              <a:rPr dirty="0" sz="950" spc="-80">
                <a:solidFill>
                  <a:srgbClr val="2A2828"/>
                </a:solidFill>
                <a:latin typeface="Arial"/>
                <a:cs typeface="Arial"/>
              </a:rPr>
              <a:t>r</a:t>
            </a:r>
            <a:r>
              <a:rPr dirty="0" sz="950" spc="-9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B4B49"/>
                </a:solidFill>
                <a:latin typeface="Arial"/>
                <a:cs typeface="Arial"/>
              </a:rPr>
              <a:t>p,odllf:tMty </a:t>
            </a:r>
            <a:r>
              <a:rPr dirty="0" sz="950">
                <a:solidFill>
                  <a:srgbClr val="4B4B49"/>
                </a:solidFill>
                <a:latin typeface="Arial"/>
                <a:cs typeface="Arial"/>
              </a:rPr>
              <a:t>leek</a:t>
            </a:r>
            <a:r>
              <a:rPr dirty="0" sz="950" spc="-8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50" spc="-65">
                <a:solidFill>
                  <a:srgbClr val="4B4B49"/>
                </a:solidFill>
                <a:latin typeface="Arial"/>
                <a:cs typeface="Arial"/>
              </a:rPr>
              <a:t>suchas</a:t>
            </a:r>
            <a:r>
              <a:rPr dirty="0" sz="1050" spc="-65">
                <a:solidFill>
                  <a:srgbClr val="5D5D5D"/>
                </a:solidFill>
                <a:latin typeface="Times New Roman"/>
                <a:cs typeface="Times New Roman"/>
              </a:rPr>
              <a:t>Netfcrl,</a:t>
            </a:r>
            <a:r>
              <a:rPr dirty="0" sz="950" spc="-65">
                <a:solidFill>
                  <a:srgbClr val="383838"/>
                </a:solidFill>
                <a:latin typeface="Arial"/>
                <a:cs typeface="Arial"/>
              </a:rPr>
              <a:t>Monda</a:t>
            </a:r>
            <a:r>
              <a:rPr dirty="0" sz="950" spc="-65">
                <a:solidFill>
                  <a:srgbClr val="5D5D5D"/>
                </a:solidFill>
                <a:latin typeface="Arial"/>
                <a:cs typeface="Arial"/>
              </a:rPr>
              <a:t>y,Akf11:fs,,and</a:t>
            </a:r>
            <a:r>
              <a:rPr dirty="0" sz="950" spc="-65">
                <a:solidFill>
                  <a:srgbClr val="4B4B49"/>
                </a:solidFill>
                <a:latin typeface="Arial"/>
                <a:cs typeface="Arial"/>
              </a:rPr>
              <a:t>manymore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92974" y="6587661"/>
            <a:ext cx="77216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850">
                <a:solidFill>
                  <a:srgbClr val="8E8E8E"/>
                </a:solidFill>
                <a:uFill>
                  <a:solidFill>
                    <a:srgbClr val="4B4B49"/>
                  </a:solidFill>
                </a:uFill>
                <a:latin typeface="Arial"/>
                <a:cs typeface="Arial"/>
              </a:rPr>
              <a:t>4)</a:t>
            </a:r>
            <a:r>
              <a:rPr dirty="0" u="heavy" sz="850" spc="220">
                <a:solidFill>
                  <a:srgbClr val="8E8E8E"/>
                </a:solidFill>
                <a:uFill>
                  <a:solidFill>
                    <a:srgbClr val="4B4B49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850">
                <a:solidFill>
                  <a:srgbClr val="4B4B49"/>
                </a:solidFill>
                <a:uFill>
                  <a:solidFill>
                    <a:srgbClr val="4B4B49"/>
                  </a:solidFill>
                </a:uFill>
                <a:latin typeface="Arial"/>
                <a:cs typeface="Arial"/>
              </a:rPr>
              <a:t>s.ui</a:t>
            </a:r>
            <a:r>
              <a:rPr dirty="0" sz="850">
                <a:solidFill>
                  <a:srgbClr val="4B4B49"/>
                </a:solidFill>
                <a:latin typeface="Arial"/>
                <a:cs typeface="Arial"/>
              </a:rPr>
              <a:t>:</a:t>
            </a:r>
            <a:r>
              <a:rPr dirty="0" sz="850" spc="215">
                <a:solidFill>
                  <a:srgbClr val="4B4B49"/>
                </a:solidFill>
                <a:latin typeface="Arial"/>
                <a:cs typeface="Arial"/>
              </a:rPr>
              <a:t>  </a:t>
            </a:r>
            <a:r>
              <a:rPr dirty="0" u="heavy" sz="1300" i="1">
                <a:solidFill>
                  <a:srgbClr val="8E8E8E"/>
                </a:solidFill>
                <a:uFill>
                  <a:solidFill>
                    <a:srgbClr val="8E8E8E"/>
                  </a:solidFill>
                </a:uFill>
                <a:latin typeface="Times New Roman"/>
                <a:cs typeface="Times New Roman"/>
              </a:rPr>
              <a:t>ti</a:t>
            </a:r>
            <a:r>
              <a:rPr dirty="0" sz="1300" i="1">
                <a:solidFill>
                  <a:srgbClr val="8E8E8E"/>
                </a:solidFill>
                <a:latin typeface="Times New Roman"/>
                <a:cs typeface="Times New Roman"/>
              </a:rPr>
              <a:t> </a:t>
            </a:r>
            <a:r>
              <a:rPr dirty="0" u="heavy" sz="850" spc="35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276802" y="7059941"/>
            <a:ext cx="2851150" cy="0"/>
          </a:xfrm>
          <a:custGeom>
            <a:avLst/>
            <a:gdLst/>
            <a:ahLst/>
            <a:cxnLst/>
            <a:rect l="l" t="t" r="r" b="b"/>
            <a:pathLst>
              <a:path w="2851150" h="0">
                <a:moveTo>
                  <a:pt x="0" y="0"/>
                </a:moveTo>
                <a:lnTo>
                  <a:pt x="2850823" y="0"/>
                </a:lnTo>
              </a:path>
            </a:pathLst>
          </a:custGeom>
          <a:ln w="12766">
            <a:solidFill>
              <a:srgbClr val="4B4B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238702" y="6817452"/>
            <a:ext cx="612457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6085840" algn="l"/>
              </a:tabLst>
            </a:pPr>
            <a:r>
              <a:rPr dirty="0" sz="2000">
                <a:solidFill>
                  <a:srgbClr val="262A77"/>
                </a:solidFill>
                <a:latin typeface="Arial"/>
                <a:cs typeface="Arial"/>
              </a:rPr>
              <a:t>(</a:t>
            </a:r>
            <a:r>
              <a:rPr dirty="0" sz="2000">
                <a:solidFill>
                  <a:srgbClr val="383838"/>
                </a:solidFill>
                <a:latin typeface="Arial"/>
                <a:cs typeface="Arial"/>
              </a:rPr>
              <a:t>"</a:t>
            </a:r>
            <a:r>
              <a:rPr dirty="0" sz="2000">
                <a:solidFill>
                  <a:srgbClr val="5D5D5D"/>
                </a:solidFill>
                <a:latin typeface="Arial"/>
                <a:cs typeface="Arial"/>
              </a:rPr>
              <a:t>"'"""'"'</a:t>
            </a:r>
            <a:r>
              <a:rPr dirty="0" sz="2000" spc="1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B4DA7"/>
                </a:solidFill>
                <a:latin typeface="Arial"/>
                <a:cs typeface="Arial"/>
              </a:rPr>
              <a:t>)</a:t>
            </a:r>
            <a:r>
              <a:rPr dirty="0" sz="2000" spc="-105">
                <a:solidFill>
                  <a:srgbClr val="4B4DA7"/>
                </a:solidFill>
                <a:latin typeface="Arial"/>
                <a:cs typeface="Arial"/>
              </a:rPr>
              <a:t> </a:t>
            </a:r>
            <a:r>
              <a:rPr dirty="0" sz="2000" spc="165">
                <a:solidFill>
                  <a:srgbClr val="4646CA"/>
                </a:solidFill>
                <a:latin typeface="Arial"/>
                <a:cs typeface="Arial"/>
              </a:rPr>
              <a:t>••</a:t>
            </a:r>
            <a:r>
              <a:rPr dirty="0" sz="2000" spc="165">
                <a:solidFill>
                  <a:srgbClr val="262A77"/>
                </a:solidFill>
                <a:latin typeface="Arial"/>
                <a:cs typeface="Arial"/>
              </a:rPr>
              <a:t>-</a:t>
            </a:r>
            <a:r>
              <a:rPr dirty="0" sz="2000" spc="160">
                <a:solidFill>
                  <a:srgbClr val="262A77"/>
                </a:solidFill>
                <a:latin typeface="Arial"/>
                <a:cs typeface="Arial"/>
              </a:rPr>
              <a:t>------</a:t>
            </a:r>
            <a:r>
              <a:rPr dirty="0" sz="2000" spc="145">
                <a:solidFill>
                  <a:srgbClr val="262A77"/>
                </a:solidFill>
                <a:latin typeface="Arial"/>
                <a:cs typeface="Arial"/>
              </a:rPr>
              <a:t>--</a:t>
            </a:r>
            <a:r>
              <a:rPr dirty="0" sz="2000" spc="130">
                <a:solidFill>
                  <a:srgbClr val="262A77"/>
                </a:solidFill>
                <a:latin typeface="Arial"/>
                <a:cs typeface="Arial"/>
              </a:rPr>
              <a:t>'</a:t>
            </a:r>
            <a:r>
              <a:rPr dirty="0" sz="2000" spc="110">
                <a:solidFill>
                  <a:srgbClr val="4B4B70"/>
                </a:solidFill>
                <a:latin typeface="Arial"/>
                <a:cs typeface="Arial"/>
              </a:rPr>
              <a:t>'</a:t>
            </a:r>
            <a:r>
              <a:rPr dirty="0" sz="2000" spc="120">
                <a:solidFill>
                  <a:srgbClr val="4B4B70"/>
                </a:solidFill>
                <a:latin typeface="Arial"/>
                <a:cs typeface="Arial"/>
              </a:rPr>
              <a:t>"</a:t>
            </a:r>
            <a:r>
              <a:rPr dirty="0" sz="2000" spc="110">
                <a:solidFill>
                  <a:srgbClr val="4B4B70"/>
                </a:solidFill>
                <a:latin typeface="Arial"/>
                <a:cs typeface="Arial"/>
              </a:rPr>
              <a:t>'"</a:t>
            </a:r>
            <a:r>
              <a:rPr dirty="0" sz="2000" spc="125">
                <a:solidFill>
                  <a:srgbClr val="4B4B70"/>
                </a:solidFill>
                <a:latin typeface="Arial"/>
                <a:cs typeface="Arial"/>
              </a:rPr>
              <a:t>'</a:t>
            </a:r>
            <a:r>
              <a:rPr dirty="0" sz="2000" spc="120">
                <a:solidFill>
                  <a:srgbClr val="4B4B70"/>
                </a:solidFill>
                <a:latin typeface="Arial"/>
                <a:cs typeface="Arial"/>
              </a:rPr>
              <a:t>•</a:t>
            </a:r>
            <a:r>
              <a:rPr dirty="0" baseline="5555" sz="3000" spc="179">
                <a:solidFill>
                  <a:srgbClr val="4B4B70"/>
                </a:solidFill>
                <a:latin typeface="Arial"/>
                <a:cs typeface="Arial"/>
              </a:rPr>
              <a:t>0</a:t>
            </a:r>
            <a:r>
              <a:rPr dirty="0" u="heavy" sz="1750" spc="120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=•</a:t>
            </a:r>
            <a:r>
              <a:rPr dirty="0" u="heavy" sz="1750" spc="114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;.</a:t>
            </a:r>
            <a:r>
              <a:rPr dirty="0" u="heavy" sz="1750" spc="-25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-695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_</a:t>
            </a:r>
            <a:r>
              <a:rPr dirty="0" u="heavy" sz="1750" spc="114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130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sz="1750" spc="114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sz="1750">
                <a:solidFill>
                  <a:srgbClr val="4B4B70"/>
                </a:solidFill>
                <a:uFill>
                  <a:solidFill>
                    <a:srgbClr val="262A77"/>
                  </a:solidFill>
                </a:uFill>
                <a:latin typeface="Times New Roman"/>
                <a:cs typeface="Times New Roman"/>
              </a:rPr>
              <a:t>	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471566" y="6817452"/>
            <a:ext cx="624967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85515" algn="l"/>
              </a:tabLst>
            </a:pPr>
            <a:r>
              <a:rPr dirty="0" sz="1750" spc="-250">
                <a:solidFill>
                  <a:srgbClr val="383B64"/>
                </a:solidFill>
                <a:latin typeface="Times New Roman"/>
                <a:cs typeface="Times New Roman"/>
              </a:rPr>
              <a:t>_</a:t>
            </a:r>
            <a:r>
              <a:rPr dirty="0" u="heavy" sz="1750" spc="6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6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6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............</a:t>
            </a:r>
            <a:r>
              <a:rPr dirty="0" u="heavy" sz="1750" spc="-229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-20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sz="1750" spc="1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-795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_</a:t>
            </a:r>
            <a:r>
              <a:rPr dirty="0" u="heavy" sz="1750" spc="6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..</a:t>
            </a:r>
            <a:r>
              <a:rPr dirty="0" u="heavy" sz="1750" spc="4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1750" spc="6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...</a:t>
            </a:r>
            <a:r>
              <a:rPr dirty="0" u="heavy" sz="1750">
                <a:solidFill>
                  <a:srgbClr val="4B4B70"/>
                </a:solidFill>
                <a:uFill>
                  <a:solidFill>
                    <a:srgbClr val="4646CA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750" spc="969">
                <a:solidFill>
                  <a:srgbClr val="4646CA"/>
                </a:solidFill>
                <a:uFill>
                  <a:solidFill>
                    <a:srgbClr val="4A4A6F"/>
                  </a:solidFill>
                </a:uFill>
                <a:latin typeface="Times New Roman"/>
                <a:cs typeface="Times New Roman"/>
              </a:rPr>
              <a:t>•</a:t>
            </a:r>
            <a:r>
              <a:rPr dirty="0" sz="1750" spc="55">
                <a:solidFill>
                  <a:srgbClr val="4646CA"/>
                </a:solidFill>
                <a:latin typeface="Times New Roman"/>
                <a:cs typeface="Times New Roman"/>
              </a:rPr>
              <a:t> </a:t>
            </a:r>
            <a:r>
              <a:rPr dirty="0" sz="2000" spc="55">
                <a:solidFill>
                  <a:srgbClr val="2A2828"/>
                </a:solidFill>
                <a:latin typeface="Arial"/>
                <a:cs typeface="Arial"/>
              </a:rPr>
              <a:t>One-</a:t>
            </a:r>
            <a:r>
              <a:rPr dirty="0" sz="2000">
                <a:solidFill>
                  <a:srgbClr val="2A2828"/>
                </a:solidFill>
                <a:latin typeface="Arial"/>
                <a:cs typeface="Arial"/>
              </a:rPr>
              <a:t>click</a:t>
            </a:r>
            <a:r>
              <a:rPr dirty="0" sz="2000" spc="17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383838"/>
                </a:solidFill>
                <a:latin typeface="Arial"/>
                <a:cs typeface="Arial"/>
              </a:rPr>
              <a:t>installation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4224902" y="7162138"/>
            <a:ext cx="192849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>
                <a:solidFill>
                  <a:srgbClr val="2A2828"/>
                </a:solidFill>
                <a:latin typeface="Arial"/>
                <a:cs typeface="Arial"/>
              </a:rPr>
              <a:t>for</a:t>
            </a:r>
            <a:r>
              <a:rPr dirty="0" sz="2000" spc="13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2A2828"/>
                </a:solidFill>
                <a:latin typeface="Arial"/>
                <a:cs typeface="Arial"/>
              </a:rPr>
              <a:t>new</a:t>
            </a:r>
            <a:r>
              <a:rPr dirty="0" sz="2000" spc="-2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A2828"/>
                </a:solidFill>
                <a:latin typeface="Arial"/>
                <a:cs typeface="Arial"/>
              </a:rPr>
              <a:t>servers.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74672" y="6619576"/>
            <a:ext cx="8128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155">
                <a:solidFill>
                  <a:srgbClr val="7E7C7E"/>
                </a:solidFill>
                <a:latin typeface="Times New Roman"/>
                <a:cs typeface="Times New Roman"/>
              </a:rPr>
              <a:t>4,</a:t>
            </a:r>
            <a:r>
              <a:rPr dirty="0" sz="950" spc="155">
                <a:solidFill>
                  <a:srgbClr val="4B4B49"/>
                </a:solidFill>
                <a:latin typeface="Times New Roman"/>
                <a:cs typeface="Times New Roman"/>
              </a:rPr>
              <a:t>U</a:t>
            </a:r>
            <a:r>
              <a:rPr dirty="0" sz="950" spc="155">
                <a:solidFill>
                  <a:srgbClr val="2A2828"/>
                </a:solidFill>
                <a:latin typeface="Times New Roman"/>
                <a:cs typeface="Times New Roman"/>
              </a:rPr>
              <a:t>IC</a:t>
            </a:r>
            <a:r>
              <a:rPr dirty="0" sz="950" spc="305">
                <a:solidFill>
                  <a:srgbClr val="2A2828"/>
                </a:solidFill>
                <a:latin typeface="Times New Roman"/>
                <a:cs typeface="Times New Roman"/>
              </a:rPr>
              <a:t> </a:t>
            </a:r>
            <a:r>
              <a:rPr dirty="0" sz="950" spc="75">
                <a:solidFill>
                  <a:srgbClr val="6D6D6D"/>
                </a:solidFill>
                <a:latin typeface="Times New Roman"/>
                <a:cs typeface="Times New Roman"/>
              </a:rPr>
              <a:t>(t</a:t>
            </a:r>
            <a:r>
              <a:rPr dirty="0" sz="950" spc="75">
                <a:solidFill>
                  <a:srgbClr val="4B4B49"/>
                </a:solidFill>
                <a:latin typeface="Times New Roman"/>
                <a:cs typeface="Times New Roman"/>
              </a:rPr>
              <a:t>7S1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551949" y="6625959"/>
            <a:ext cx="80835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8E8E8E"/>
                </a:solidFill>
                <a:latin typeface="Arial"/>
                <a:cs typeface="Arial"/>
              </a:rPr>
              <a:t>(C</a:t>
            </a:r>
            <a:r>
              <a:rPr dirty="0" sz="900">
                <a:solidFill>
                  <a:srgbClr val="4B4B49"/>
                </a:solidFill>
                <a:latin typeface="Arial"/>
                <a:cs typeface="Arial"/>
              </a:rPr>
              <a:t>9</a:t>
            </a:r>
            <a:r>
              <a:rPr dirty="0" sz="900">
                <a:solidFill>
                  <a:srgbClr val="8E8E8E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383838"/>
                </a:solidFill>
                <a:latin typeface="Arial"/>
                <a:cs typeface="Arial"/>
              </a:rPr>
              <a:t>8X</a:t>
            </a:r>
            <a:r>
              <a:rPr dirty="0" sz="900" spc="195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sz="900">
                <a:solidFill>
                  <a:srgbClr val="6D6D6D"/>
                </a:solidFill>
                <a:latin typeface="Arial"/>
                <a:cs typeface="Arial"/>
              </a:rPr>
              <a:t>'O</a:t>
            </a:r>
            <a:r>
              <a:rPr dirty="0" sz="900" spc="-2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4B4B49"/>
                </a:solidFill>
                <a:latin typeface="Arial"/>
                <a:cs typeface="Arial"/>
              </a:rPr>
              <a:t>61</a:t>
            </a:r>
            <a:r>
              <a:rPr dirty="0" sz="900" spc="-35">
                <a:solidFill>
                  <a:srgbClr val="2A2828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86822" y="7415686"/>
            <a:ext cx="2707640" cy="90551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875"/>
              </a:spcBef>
            </a:pPr>
            <a:r>
              <a:rPr dirty="0" sz="1250" spc="-150" b="1">
                <a:solidFill>
                  <a:srgbClr val="2A2828"/>
                </a:solidFill>
                <a:latin typeface="Arial"/>
                <a:cs typeface="Arial"/>
              </a:rPr>
              <a:t>Knock</a:t>
            </a:r>
            <a:r>
              <a:rPr dirty="0" sz="1250" spc="-145" b="1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1250" spc="-150" b="1">
                <a:solidFill>
                  <a:srgbClr val="2A2828"/>
                </a:solidFill>
                <a:latin typeface="Arial"/>
                <a:cs typeface="Arial"/>
              </a:rPr>
              <a:t>MCP</a:t>
            </a:r>
            <a:r>
              <a:rPr dirty="0" sz="1250" spc="-130" b="1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2A2828"/>
                </a:solidFill>
                <a:latin typeface="Arial"/>
                <a:cs typeface="Arial"/>
              </a:rPr>
              <a:t>Server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900" spc="-45">
                <a:solidFill>
                  <a:srgbClr val="4B4B49"/>
                </a:solidFill>
                <a:latin typeface="Arial"/>
                <a:cs typeface="Arial"/>
              </a:rPr>
              <a:t>by</a:t>
            </a:r>
            <a:r>
              <a:rPr dirty="0" sz="900" spc="-1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knodlab$</a:t>
            </a:r>
            <a:endParaRPr sz="850">
              <a:latin typeface="Arial"/>
              <a:cs typeface="Arial"/>
            </a:endParaRPr>
          </a:p>
          <a:p>
            <a:pPr marL="20320" marR="5080" indent="-7620">
              <a:lnSpc>
                <a:spcPct val="89800"/>
              </a:lnSpc>
              <a:spcBef>
                <a:spcPts val="865"/>
              </a:spcBef>
            </a:pPr>
            <a:r>
              <a:rPr dirty="0" sz="900" spc="55">
                <a:solidFill>
                  <a:srgbClr val="4B4B49"/>
                </a:solidFill>
                <a:latin typeface="Times New Roman"/>
                <a:cs typeface="Times New Roman"/>
              </a:rPr>
              <a:t>SeM</a:t>
            </a:r>
            <a:r>
              <a:rPr dirty="0" sz="900" spc="-80">
                <a:solidFill>
                  <a:srgbClr val="4B4B49"/>
                </a:solidFill>
                <a:latin typeface="Times New Roman"/>
                <a:cs typeface="Times New Roman"/>
              </a:rPr>
              <a:t> </a:t>
            </a:r>
            <a:r>
              <a:rPr dirty="0" sz="850" spc="-70">
                <a:solidFill>
                  <a:srgbClr val="4B4B49"/>
                </a:solidFill>
                <a:latin typeface="Arial"/>
                <a:cs typeface="Arial"/>
              </a:rPr>
              <a:t>ptMOC'</a:t>
            </a:r>
            <a:r>
              <a:rPr dirty="0" sz="850" spc="-70">
                <a:solidFill>
                  <a:srgbClr val="2A2828"/>
                </a:solidFill>
                <a:latin typeface="Arial"/>
                <a:cs typeface="Arial"/>
              </a:rPr>
              <a:t>t</a:t>
            </a:r>
            <a:r>
              <a:rPr dirty="0" sz="850" spc="80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5D5D5D"/>
                </a:solidFill>
                <a:latin typeface="Arial"/>
                <a:cs typeface="Arial"/>
              </a:rPr>
              <a:t>and</a:t>
            </a:r>
            <a:r>
              <a:rPr dirty="0" sz="900" spc="-20">
                <a:solidFill>
                  <a:srgbClr val="5D5D5D"/>
                </a:solidFill>
                <a:latin typeface="Times New Roman"/>
                <a:cs typeface="Times New Roman"/>
              </a:rPr>
              <a:t>coctorner</a:t>
            </a:r>
            <a:r>
              <a:rPr dirty="0" sz="900" spc="-5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4B4B49"/>
                </a:solidFill>
                <a:latin typeface="Times New Roman"/>
                <a:cs typeface="Times New Roman"/>
              </a:rPr>
              <a:t>fl'ltU&amp;9a'l9</a:t>
            </a:r>
            <a:r>
              <a:rPr dirty="0" sz="900" spc="-10">
                <a:solidFill>
                  <a:srgbClr val="4B4B49"/>
                </a:solidFill>
                <a:latin typeface="Times New Roman"/>
                <a:cs typeface="Times New Roman"/>
              </a:rPr>
              <a:t>acmsemail</a:t>
            </a:r>
            <a:r>
              <a:rPr dirty="0" sz="900" spc="-10">
                <a:solidFill>
                  <a:srgbClr val="5D5D5D"/>
                </a:solidFill>
                <a:latin typeface="Times New Roman"/>
                <a:cs typeface="Times New Roman"/>
              </a:rPr>
              <a:t>lfHs)p, </a:t>
            </a:r>
            <a:r>
              <a:rPr dirty="0" sz="900" spc="-75">
                <a:solidFill>
                  <a:srgbClr val="4B4B49"/>
                </a:solidFill>
                <a:latin typeface="Times New Roman"/>
                <a:cs typeface="Times New Roman"/>
              </a:rPr>
              <a:t>pu11!</a:t>
            </a:r>
            <a:r>
              <a:rPr dirty="0" sz="900" spc="-75">
                <a:solidFill>
                  <a:srgbClr val="131311"/>
                </a:solidFill>
                <a:latin typeface="Times New Roman"/>
                <a:cs typeface="Times New Roman"/>
              </a:rPr>
              <a:t>,</a:t>
            </a:r>
            <a:r>
              <a:rPr dirty="0" sz="900" spc="-50">
                <a:solidFill>
                  <a:srgbClr val="1313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SNS,SIMt,.MSTeem.</a:t>
            </a:r>
            <a:endParaRPr sz="8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78995" y="7513207"/>
            <a:ext cx="82296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60">
                <a:solidFill>
                  <a:srgbClr val="4B4B49"/>
                </a:solidFill>
                <a:latin typeface="Arial"/>
                <a:cs typeface="Arial"/>
              </a:rPr>
              <a:t>b</a:t>
            </a:r>
            <a:r>
              <a:rPr dirty="0" sz="1250" spc="-60">
                <a:solidFill>
                  <a:srgbClr val="2A2828"/>
                </a:solidFill>
                <a:latin typeface="Arial"/>
                <a:cs typeface="Arial"/>
              </a:rPr>
              <a:t>rowse</a:t>
            </a:r>
            <a:r>
              <a:rPr dirty="0" sz="1250" spc="-60">
                <a:solidFill>
                  <a:srgbClr val="4B4B49"/>
                </a:solidFill>
                <a:latin typeface="Arial"/>
                <a:cs typeface="Arial"/>
              </a:rPr>
              <a:t>r•use</a:t>
            </a:r>
            <a:endParaRPr sz="12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443147" y="7047242"/>
            <a:ext cx="47561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 spc="-595">
                <a:solidFill>
                  <a:srgbClr val="4B4B49"/>
                </a:solidFill>
                <a:latin typeface="Times New Roman"/>
                <a:cs typeface="Times New Roman"/>
              </a:rPr>
              <a:t>.....</a:t>
            </a:r>
            <a:r>
              <a:rPr dirty="0" sz="7200" spc="-595">
                <a:solidFill>
                  <a:srgbClr val="4B4B49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469042" y="8017471"/>
            <a:ext cx="2667635" cy="3054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 indent="635">
              <a:lnSpc>
                <a:spcPts val="1110"/>
              </a:lnSpc>
              <a:spcBef>
                <a:spcPts val="114"/>
              </a:spcBef>
            </a:pPr>
            <a:r>
              <a:rPr dirty="0" sz="850" spc="-75">
                <a:solidFill>
                  <a:srgbClr val="5D5D5D"/>
                </a:solidFill>
                <a:latin typeface="Arial"/>
                <a:cs typeface="Arial"/>
              </a:rPr>
              <a:t>(bf</a:t>
            </a:r>
            <a:r>
              <a:rPr dirty="0" sz="850" spc="345">
                <a:solidFill>
                  <a:srgbClr val="5D5D5D"/>
                </a:solidFill>
                <a:latin typeface="Arial"/>
                <a:cs typeface="Arial"/>
              </a:rPr>
              <a:t>  </a:t>
            </a:r>
            <a:r>
              <a:rPr dirty="0" sz="800">
                <a:solidFill>
                  <a:srgbClr val="4B4B49"/>
                </a:solidFill>
                <a:latin typeface="Times New Roman"/>
                <a:cs typeface="Times New Roman"/>
              </a:rPr>
              <a:t>«t</a:t>
            </a:r>
            <a:r>
              <a:rPr dirty="0" sz="800">
                <a:solidFill>
                  <a:srgbClr val="6D6D6D"/>
                </a:solidFill>
                <a:latin typeface="Times New Roman"/>
                <a:cs typeface="Times New Roman"/>
              </a:rPr>
              <a:t>•</a:t>
            </a:r>
            <a:r>
              <a:rPr dirty="0" sz="800">
                <a:solidFill>
                  <a:srgbClr val="4B4B49"/>
                </a:solidFill>
                <a:latin typeface="Times New Roman"/>
                <a:cs typeface="Times New Roman"/>
              </a:rPr>
              <a:t>l&gt;fe-.ffi:)</a:t>
            </a:r>
            <a:r>
              <a:rPr dirty="0" sz="800" spc="90">
                <a:solidFill>
                  <a:srgbClr val="4B4B49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5D5D5D"/>
                </a:solidFill>
                <a:latin typeface="Times New Roman"/>
                <a:cs typeface="Times New Roman"/>
              </a:rPr>
              <a:t>•</a:t>
            </a:r>
            <a:r>
              <a:rPr dirty="0" sz="800" spc="30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4B4B49"/>
                </a:solidFill>
                <a:latin typeface="Times New Roman"/>
                <a:cs typeface="Times New Roman"/>
              </a:rPr>
              <a:t>bfewseJ•UN</a:t>
            </a:r>
            <a:r>
              <a:rPr dirty="0" sz="800" spc="20">
                <a:solidFill>
                  <a:srgbClr val="4B4B49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4B4B49"/>
                </a:solidFill>
                <a:latin typeface="Times New Roman"/>
                <a:cs typeface="Times New Roman"/>
              </a:rPr>
              <a:t>MCPCervtrwi</a:t>
            </a:r>
            <a:r>
              <a:rPr dirty="0" sz="800">
                <a:solidFill>
                  <a:srgbClr val="131311"/>
                </a:solidFill>
                <a:latin typeface="Times New Roman"/>
                <a:cs typeface="Times New Roman"/>
              </a:rPr>
              <a:t>l</a:t>
            </a:r>
            <a:r>
              <a:rPr dirty="0" sz="800">
                <a:solidFill>
                  <a:srgbClr val="5D5D5D"/>
                </a:solidFill>
                <a:latin typeface="Times New Roman"/>
                <a:cs typeface="Times New Roman"/>
              </a:rPr>
              <a:t>h</a:t>
            </a:r>
            <a:r>
              <a:rPr dirty="0" sz="800" spc="21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4B4B49"/>
                </a:solidFill>
                <a:latin typeface="Arial"/>
                <a:cs typeface="Arial"/>
              </a:rPr>
              <a:t>dc:dr.t!lssd </a:t>
            </a:r>
            <a:r>
              <a:rPr dirty="0" sz="900">
                <a:solidFill>
                  <a:srgbClr val="4B4B49"/>
                </a:solidFill>
                <a:latin typeface="Arial"/>
                <a:cs typeface="Arial"/>
              </a:rPr>
              <a:t>phywffglit</a:t>
            </a:r>
            <a:r>
              <a:rPr dirty="0" sz="900" spc="-1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83838"/>
                </a:solidFill>
                <a:latin typeface="Arial"/>
                <a:cs typeface="Arial"/>
              </a:rPr>
              <a:t>,</a:t>
            </a:r>
            <a:r>
              <a:rPr dirty="0" sz="900" spc="13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B4B49"/>
                </a:solidFill>
                <a:latin typeface="Arial"/>
                <a:cs typeface="Arial"/>
              </a:rPr>
              <a:t>fflrMIIOffl</a:t>
            </a:r>
            <a:r>
              <a:rPr dirty="0" sz="850" spc="-13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B4B49"/>
                </a:solidFill>
                <a:latin typeface="Times New Roman"/>
                <a:cs typeface="Times New Roman"/>
              </a:rPr>
              <a:t>t</a:t>
            </a:r>
            <a:r>
              <a:rPr dirty="0" sz="750" spc="229">
                <a:solidFill>
                  <a:srgbClr val="4B4B49"/>
                </a:solidFill>
                <a:latin typeface="Times New Roman"/>
                <a:cs typeface="Times New Roman"/>
              </a:rPr>
              <a:t> </a:t>
            </a:r>
            <a:r>
              <a:rPr dirty="0" sz="950" spc="-35">
                <a:solidFill>
                  <a:srgbClr val="5D5D5D"/>
                </a:solidFill>
                <a:latin typeface="Arial"/>
                <a:cs typeface="Arial"/>
              </a:rPr>
              <a:t>c.ne.</a:t>
            </a:r>
            <a:r>
              <a:rPr dirty="0" sz="850" spc="-35">
                <a:solidFill>
                  <a:srgbClr val="4B4B49"/>
                </a:solidFill>
                <a:latin typeface="Arial"/>
                <a:cs typeface="Arial"/>
              </a:rPr>
              <a:t>suppensst</a:t>
            </a:r>
            <a:r>
              <a:rPr dirty="0" sz="850" spc="-35">
                <a:solidFill>
                  <a:srgbClr val="2A2828"/>
                </a:solidFill>
                <a:latin typeface="Arial"/>
                <a:cs typeface="Arial"/>
              </a:rPr>
              <a:t>d</a:t>
            </a:r>
            <a:r>
              <a:rPr dirty="0" sz="850" spc="-35">
                <a:solidFill>
                  <a:srgbClr val="4B4B49"/>
                </a:solidFill>
                <a:latin typeface="Arial"/>
                <a:cs typeface="Arial"/>
              </a:rPr>
              <a:t>ie</a:t>
            </a:r>
            <a:r>
              <a:rPr dirty="0" sz="850" spc="-95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900" spc="35">
                <a:solidFill>
                  <a:srgbClr val="4B4B49"/>
                </a:solidFill>
                <a:latin typeface="Arial"/>
                <a:cs typeface="Arial"/>
              </a:rPr>
              <a:t>&amp;</a:t>
            </a:r>
            <a:r>
              <a:rPr dirty="0" sz="850" spc="35">
                <a:solidFill>
                  <a:srgbClr val="4B4B49"/>
                </a:solidFill>
                <a:latin typeface="Arial"/>
                <a:cs typeface="Arial"/>
              </a:rPr>
              <a:t>l'ffllffldlls.</a:t>
            </a:r>
            <a:r>
              <a:rPr dirty="0" sz="850" spc="35">
                <a:solidFill>
                  <a:srgbClr val="6D6D6D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63241" y="7513207"/>
            <a:ext cx="125793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85">
                <a:solidFill>
                  <a:srgbClr val="4B4B49"/>
                </a:solidFill>
                <a:latin typeface="Arial"/>
                <a:cs typeface="Arial"/>
              </a:rPr>
              <a:t>Gi</a:t>
            </a:r>
            <a:r>
              <a:rPr dirty="0" sz="1250" spc="-85">
                <a:solidFill>
                  <a:srgbClr val="2A2828"/>
                </a:solidFill>
                <a:latin typeface="Arial"/>
                <a:cs typeface="Arial"/>
              </a:rPr>
              <a:t>tHub</a:t>
            </a:r>
            <a:r>
              <a:rPr dirty="0" sz="1250" spc="-185">
                <a:solidFill>
                  <a:srgbClr val="2A2828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2A2828"/>
                </a:solidFill>
                <a:latin typeface="Arial"/>
                <a:cs typeface="Arial"/>
              </a:rPr>
              <a:t>D</a:t>
            </a:r>
            <a:r>
              <a:rPr dirty="0" sz="1250" spc="-50">
                <a:solidFill>
                  <a:srgbClr val="4B4B49"/>
                </a:solidFill>
                <a:latin typeface="Arial"/>
                <a:cs typeface="Arial"/>
              </a:rPr>
              <a:t>i</a:t>
            </a:r>
            <a:r>
              <a:rPr dirty="0" sz="1250" spc="-50">
                <a:solidFill>
                  <a:srgbClr val="2A2828"/>
                </a:solidFill>
                <a:latin typeface="Arial"/>
                <a:cs typeface="Arial"/>
              </a:rPr>
              <a:t>scuss</a:t>
            </a:r>
            <a:r>
              <a:rPr dirty="0" sz="1250" spc="-50">
                <a:solidFill>
                  <a:srgbClr val="4B4B49"/>
                </a:solidFill>
                <a:latin typeface="Arial"/>
                <a:cs typeface="Arial"/>
              </a:rPr>
              <a:t>i</a:t>
            </a:r>
            <a:r>
              <a:rPr dirty="0" sz="1250" spc="-50">
                <a:solidFill>
                  <a:srgbClr val="2A2828"/>
                </a:solidFill>
                <a:latin typeface="Arial"/>
                <a:cs typeface="Arial"/>
              </a:rPr>
              <a:t>ons</a:t>
            </a:r>
            <a:endParaRPr sz="12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530080" y="7391928"/>
            <a:ext cx="423545" cy="730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380">
                <a:solidFill>
                  <a:srgbClr val="4B4B49"/>
                </a:solidFill>
                <a:latin typeface="Times New Roman"/>
                <a:cs typeface="Times New Roman"/>
              </a:rPr>
              <a:t>..</a:t>
            </a:r>
            <a:r>
              <a:rPr dirty="0" sz="2750" spc="-380">
                <a:solidFill>
                  <a:srgbClr val="5D5D5D"/>
                </a:solidFill>
                <a:latin typeface="Times New Roman"/>
                <a:cs typeface="Times New Roman"/>
              </a:rPr>
              <a:t>""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553204" y="8074917"/>
            <a:ext cx="143764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solidFill>
                  <a:srgbClr val="4B4B49"/>
                </a:solidFill>
                <a:latin typeface="Arial"/>
                <a:cs typeface="Arial"/>
              </a:rPr>
              <a:t>GiltlubOISQl«-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fls</a:t>
            </a:r>
            <a:r>
              <a:rPr dirty="0" sz="850" spc="-10">
                <a:solidFill>
                  <a:srgbClr val="2A2828"/>
                </a:solidFill>
                <a:latin typeface="Arial"/>
                <a:cs typeface="Arial"/>
              </a:rPr>
              <a:t>MC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P</a:t>
            </a:r>
            <a:r>
              <a:rPr dirty="0" sz="850" spc="380">
                <a:solidFill>
                  <a:srgbClr val="4B4B4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B4B49"/>
                </a:solidFill>
                <a:latin typeface="Arial"/>
                <a:cs typeface="Arial"/>
              </a:rPr>
              <a:t>server</a:t>
            </a:r>
            <a:endParaRPr sz="8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618806" y="8362156"/>
            <a:ext cx="29400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65">
                <a:solidFill>
                  <a:srgbClr val="5D5D5D"/>
                </a:solidFill>
                <a:latin typeface="Times New Roman"/>
                <a:cs typeface="Times New Roman"/>
              </a:rPr>
              <a:t>"""'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515" y="5215233"/>
            <a:ext cx="3413760" cy="114935"/>
          </a:xfrm>
          <a:custGeom>
            <a:avLst/>
            <a:gdLst/>
            <a:ahLst/>
            <a:cxnLst/>
            <a:rect l="l" t="t" r="r" b="b"/>
            <a:pathLst>
              <a:path w="3413759" h="114935">
                <a:moveTo>
                  <a:pt x="0" y="0"/>
                </a:moveTo>
                <a:lnTo>
                  <a:pt x="3413494" y="0"/>
                </a:lnTo>
                <a:lnTo>
                  <a:pt x="3413494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515" y="7181219"/>
            <a:ext cx="2649855" cy="114935"/>
          </a:xfrm>
          <a:custGeom>
            <a:avLst/>
            <a:gdLst/>
            <a:ahLst/>
            <a:cxnLst/>
            <a:rect l="l" t="t" r="r" b="b"/>
            <a:pathLst>
              <a:path w="2649854" h="114934">
                <a:moveTo>
                  <a:pt x="0" y="0"/>
                </a:moveTo>
                <a:lnTo>
                  <a:pt x="2649279" y="0"/>
                </a:lnTo>
                <a:lnTo>
                  <a:pt x="264927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70355" y="7762078"/>
            <a:ext cx="4611370" cy="0"/>
          </a:xfrm>
          <a:custGeom>
            <a:avLst/>
            <a:gdLst/>
            <a:ahLst/>
            <a:cxnLst/>
            <a:rect l="l" t="t" r="r" b="b"/>
            <a:pathLst>
              <a:path w="4611370" h="0">
                <a:moveTo>
                  <a:pt x="0" y="0"/>
                </a:moveTo>
                <a:lnTo>
                  <a:pt x="461076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0394" y="542891"/>
            <a:ext cx="14112240" cy="268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50" spc="55" b="1">
                <a:solidFill>
                  <a:srgbClr val="151515"/>
                </a:solidFill>
                <a:latin typeface="Arial"/>
                <a:cs typeface="Arial"/>
              </a:rPr>
              <a:t>Go</a:t>
            </a:r>
            <a:r>
              <a:rPr dirty="0" sz="4350" spc="-135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b="1">
                <a:solidFill>
                  <a:srgbClr val="151515"/>
                </a:solidFill>
                <a:latin typeface="Arial"/>
                <a:cs typeface="Arial"/>
              </a:rPr>
              <a:t>Beyond</a:t>
            </a:r>
            <a:r>
              <a:rPr dirty="0" sz="4350" spc="15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spc="95" b="1">
                <a:solidFill>
                  <a:srgbClr val="151515"/>
                </a:solidFill>
                <a:latin typeface="Arial"/>
                <a:cs typeface="Arial"/>
              </a:rPr>
              <a:t>Configuration:</a:t>
            </a:r>
            <a:endParaRPr sz="43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210"/>
              </a:spcBef>
            </a:pPr>
            <a:r>
              <a:rPr dirty="0" sz="4350" spc="95" b="1">
                <a:solidFill>
                  <a:srgbClr val="151515"/>
                </a:solidFill>
                <a:latin typeface="Arial"/>
                <a:cs typeface="Arial"/>
              </a:rPr>
              <a:t>Strategically</a:t>
            </a:r>
            <a:r>
              <a:rPr dirty="0" sz="4350" spc="85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spc="185" b="1">
                <a:solidFill>
                  <a:srgbClr val="151515"/>
                </a:solidFill>
                <a:latin typeface="Arial"/>
                <a:cs typeface="Arial"/>
              </a:rPr>
              <a:t>Manage</a:t>
            </a:r>
            <a:r>
              <a:rPr dirty="0" sz="4350" spc="-85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spc="145" b="1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dirty="0" sz="4350" spc="-20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spc="120" b="1">
                <a:solidFill>
                  <a:srgbClr val="151515"/>
                </a:solidFill>
                <a:latin typeface="Arial"/>
                <a:cs typeface="Arial"/>
              </a:rPr>
              <a:t>Cost</a:t>
            </a:r>
            <a:r>
              <a:rPr dirty="0" sz="4350" spc="-20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spc="120" b="1">
                <a:solidFill>
                  <a:srgbClr val="151515"/>
                </a:solidFill>
                <a:latin typeface="Arial"/>
                <a:cs typeface="Arial"/>
              </a:rPr>
              <a:t>of</a:t>
            </a:r>
            <a:r>
              <a:rPr dirty="0" sz="4350" spc="-190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350" spc="125" b="1">
                <a:solidFill>
                  <a:srgbClr val="151515"/>
                </a:solidFill>
                <a:latin typeface="Arial"/>
                <a:cs typeface="Arial"/>
              </a:rPr>
              <a:t>Context</a:t>
            </a:r>
            <a:endParaRPr sz="4350">
              <a:latin typeface="Arial"/>
              <a:cs typeface="Arial"/>
            </a:endParaRPr>
          </a:p>
          <a:p>
            <a:pPr marL="53340" marR="5080" indent="-3810">
              <a:lnSpc>
                <a:spcPct val="105800"/>
              </a:lnSpc>
              <a:spcBef>
                <a:spcPts val="3015"/>
              </a:spcBef>
            </a:pP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MCP</a:t>
            </a:r>
            <a:r>
              <a:rPr dirty="0" sz="2850" spc="9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servers</a:t>
            </a:r>
            <a:r>
              <a:rPr dirty="0" sz="2850" spc="3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0">
                <a:solidFill>
                  <a:srgbClr val="151515"/>
                </a:solidFill>
                <a:latin typeface="Arial"/>
                <a:cs typeface="Arial"/>
              </a:rPr>
              <a:t>provide</a:t>
            </a:r>
            <a:r>
              <a:rPr dirty="0" sz="2850" spc="4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power,</a:t>
            </a:r>
            <a:r>
              <a:rPr dirty="0" sz="2850" spc="-4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125">
                <a:solidFill>
                  <a:srgbClr val="151515"/>
                </a:solidFill>
                <a:latin typeface="Arial"/>
                <a:cs typeface="Arial"/>
              </a:rPr>
              <a:t>but</a:t>
            </a:r>
            <a:r>
              <a:rPr dirty="0" sz="2850" spc="4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151515"/>
                </a:solidFill>
                <a:latin typeface="Arial"/>
                <a:cs typeface="Arial"/>
              </a:rPr>
              <a:t>they</a:t>
            </a:r>
            <a:r>
              <a:rPr dirty="0" sz="2850" spc="14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consume</a:t>
            </a:r>
            <a:r>
              <a:rPr dirty="0" sz="2850" spc="14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114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dirty="0" sz="2850" spc="-3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151515"/>
                </a:solidFill>
                <a:latin typeface="Arial"/>
                <a:cs typeface="Arial"/>
              </a:rPr>
              <a:t>context</a:t>
            </a:r>
            <a:r>
              <a:rPr dirty="0" sz="2850" spc="254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50">
                <a:solidFill>
                  <a:srgbClr val="151515"/>
                </a:solidFill>
                <a:latin typeface="Arial"/>
                <a:cs typeface="Arial"/>
              </a:rPr>
              <a:t>window.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 Too</a:t>
            </a:r>
            <a:r>
              <a:rPr dirty="0" sz="2850" spc="-3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many</a:t>
            </a:r>
            <a:r>
              <a:rPr dirty="0" sz="2850" spc="8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55">
                <a:solidFill>
                  <a:srgbClr val="151515"/>
                </a:solidFill>
                <a:latin typeface="Arial"/>
                <a:cs typeface="Arial"/>
              </a:rPr>
              <a:t>active </a:t>
            </a:r>
            <a:r>
              <a:rPr dirty="0" sz="2850">
                <a:solidFill>
                  <a:srgbClr val="262826"/>
                </a:solidFill>
                <a:latin typeface="Arial"/>
                <a:cs typeface="Arial"/>
              </a:rPr>
              <a:t>servers</a:t>
            </a:r>
            <a:r>
              <a:rPr dirty="0" sz="2850" spc="140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850" spc="50">
                <a:solidFill>
                  <a:srgbClr val="151515"/>
                </a:solidFill>
                <a:latin typeface="Arial"/>
                <a:cs typeface="Arial"/>
              </a:rPr>
              <a:t>lead</a:t>
            </a:r>
            <a:r>
              <a:rPr dirty="0" sz="2850" spc="7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dirty="0" sz="2850" spc="38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slower</a:t>
            </a:r>
            <a:r>
              <a:rPr dirty="0" sz="2850" spc="18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inference</a:t>
            </a:r>
            <a:r>
              <a:rPr dirty="0" sz="2850" spc="15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2850" spc="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50">
                <a:solidFill>
                  <a:srgbClr val="151515"/>
                </a:solidFill>
                <a:latin typeface="Arial"/>
                <a:cs typeface="Arial"/>
              </a:rPr>
              <a:t>higher</a:t>
            </a:r>
            <a:r>
              <a:rPr dirty="0" sz="2850" spc="204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151515"/>
                </a:solidFill>
                <a:latin typeface="Arial"/>
                <a:cs typeface="Arial"/>
              </a:rPr>
              <a:t>costs.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5227" y="4086773"/>
            <a:ext cx="2802890" cy="970280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2050" spc="50" b="1">
                <a:solidFill>
                  <a:srgbClr val="151515"/>
                </a:solidFill>
                <a:latin typeface="Arial"/>
                <a:cs typeface="Arial"/>
              </a:rPr>
              <a:t>Performance</a:t>
            </a:r>
            <a:r>
              <a:rPr dirty="0" sz="2050" spc="10" b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51515"/>
                </a:solidFill>
                <a:latin typeface="Arial"/>
                <a:cs typeface="Arial"/>
              </a:rPr>
              <a:t>Insights</a:t>
            </a:r>
            <a:endParaRPr sz="20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260"/>
              </a:spcBef>
            </a:pPr>
            <a:r>
              <a:rPr dirty="0" sz="2050" spc="-10">
                <a:solidFill>
                  <a:srgbClr val="4D4F52"/>
                </a:solidFill>
                <a:latin typeface="Arial"/>
                <a:cs typeface="Arial"/>
              </a:rPr>
              <a:t>Tools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68353" y="4717422"/>
            <a:ext cx="32766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262826"/>
                </a:solidFill>
                <a:latin typeface="Arial"/>
                <a:cs typeface="Arial"/>
              </a:rPr>
              <a:t>75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7723" y="5042958"/>
            <a:ext cx="1002030" cy="19672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33179" sz="10800" spc="-3195">
                <a:solidFill>
                  <a:srgbClr val="4648D1"/>
                </a:solidFill>
                <a:latin typeface="Arial"/>
                <a:cs typeface="Arial"/>
              </a:rPr>
              <a:t>-</a:t>
            </a:r>
            <a:r>
              <a:rPr dirty="0" sz="2050" spc="-10">
                <a:solidFill>
                  <a:srgbClr val="4D4F52"/>
                </a:solidFill>
                <a:latin typeface="Arial"/>
                <a:cs typeface="Arial"/>
              </a:rPr>
              <a:t>Tokens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05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dirty="0" sz="2050" spc="65">
                <a:solidFill>
                  <a:srgbClr val="4D4F52"/>
                </a:solidFill>
                <a:latin typeface="Arial"/>
                <a:cs typeface="Arial"/>
              </a:rPr>
              <a:t>Active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6040" y="6696174"/>
            <a:ext cx="47942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0">
                <a:solidFill>
                  <a:srgbClr val="347E5D"/>
                </a:solidFill>
                <a:latin typeface="Arial"/>
                <a:cs typeface="Arial"/>
              </a:rPr>
              <a:t>Live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80034" y="5362111"/>
            <a:ext cx="3186430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85">
                <a:solidFill>
                  <a:srgbClr val="262826"/>
                </a:solidFill>
                <a:latin typeface="Arial"/>
                <a:cs typeface="Arial"/>
              </a:rPr>
              <a:t>Monitor</a:t>
            </a:r>
            <a:r>
              <a:rPr dirty="0" sz="2300" spc="125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95">
                <a:solidFill>
                  <a:srgbClr val="262826"/>
                </a:solidFill>
                <a:latin typeface="Arial"/>
                <a:cs typeface="Arial"/>
              </a:rPr>
              <a:t>token</a:t>
            </a:r>
            <a:r>
              <a:rPr dirty="0" sz="2300" spc="-70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262826"/>
                </a:solidFill>
                <a:latin typeface="Arial"/>
                <a:cs typeface="Arial"/>
              </a:rPr>
              <a:t>usage</a:t>
            </a:r>
            <a:r>
              <a:rPr dirty="0" sz="2300" spc="-75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262826"/>
                </a:solidFill>
                <a:latin typeface="Arial"/>
                <a:cs typeface="Arial"/>
              </a:rPr>
              <a:t>in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79414" y="6000351"/>
            <a:ext cx="1210310" cy="0"/>
          </a:xfrm>
          <a:custGeom>
            <a:avLst/>
            <a:gdLst/>
            <a:ahLst/>
            <a:cxnLst/>
            <a:rect l="l" t="t" r="r" b="b"/>
            <a:pathLst>
              <a:path w="1210309" h="0">
                <a:moveTo>
                  <a:pt x="0" y="0"/>
                </a:moveTo>
                <a:lnTo>
                  <a:pt x="1210007" y="0"/>
                </a:lnTo>
              </a:path>
            </a:pathLst>
          </a:custGeom>
          <a:ln w="12766">
            <a:solidFill>
              <a:srgbClr val="4242B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37371" y="5406794"/>
            <a:ext cx="3687445" cy="722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spc="-50">
                <a:solidFill>
                  <a:srgbClr val="262826"/>
                </a:solidFill>
                <a:latin typeface="Arial"/>
                <a:cs typeface="Arial"/>
              </a:rPr>
              <a:t>20,212</a:t>
            </a:r>
            <a:r>
              <a:rPr dirty="0" sz="2300" spc="-75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4550" spc="345">
                <a:solidFill>
                  <a:srgbClr val="4242B1"/>
                </a:solidFill>
                <a:latin typeface="Arial"/>
                <a:cs typeface="Arial"/>
              </a:rPr>
              <a:t>�&lt;-</a:t>
            </a:r>
            <a:r>
              <a:rPr dirty="0" sz="4550" spc="180">
                <a:solidFill>
                  <a:srgbClr val="4242B1"/>
                </a:solidFill>
                <a:latin typeface="Arial"/>
                <a:cs typeface="Arial"/>
              </a:rPr>
              <a:t>-</a:t>
            </a:r>
            <a:r>
              <a:rPr dirty="0" sz="4550" spc="-335">
                <a:solidFill>
                  <a:srgbClr val="4242B1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151515"/>
                </a:solidFill>
                <a:latin typeface="Arial"/>
                <a:cs typeface="Arial"/>
              </a:rPr>
              <a:t>real-</a:t>
            </a:r>
            <a:r>
              <a:rPr dirty="0" sz="2300" spc="-140">
                <a:solidFill>
                  <a:srgbClr val="151515"/>
                </a:solidFill>
                <a:latin typeface="Arial"/>
                <a:cs typeface="Arial"/>
              </a:rPr>
              <a:t>time.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74760" y="6421701"/>
            <a:ext cx="3275329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85">
                <a:solidFill>
                  <a:srgbClr val="262826"/>
                </a:solidFill>
                <a:latin typeface="Arial"/>
                <a:cs typeface="Arial"/>
              </a:rPr>
              <a:t>Instantly</a:t>
            </a:r>
            <a:r>
              <a:rPr dirty="0" sz="2300" spc="70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262826"/>
                </a:solidFill>
                <a:latin typeface="Arial"/>
                <a:cs typeface="Arial"/>
              </a:rPr>
              <a:t>see</a:t>
            </a:r>
            <a:r>
              <a:rPr dirty="0" sz="2300" spc="-105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120">
                <a:solidFill>
                  <a:srgbClr val="151515"/>
                </a:solidFill>
                <a:latin typeface="Arial"/>
                <a:cs typeface="Arial"/>
              </a:rPr>
              <a:t>how</a:t>
            </a:r>
            <a:r>
              <a:rPr dirty="0" sz="2300" spc="-3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300" spc="35">
                <a:solidFill>
                  <a:srgbClr val="151515"/>
                </a:solidFill>
                <a:latin typeface="Arial"/>
                <a:cs typeface="Arial"/>
              </a:rPr>
              <a:t>many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79414" y="7123772"/>
            <a:ext cx="1210310" cy="0"/>
          </a:xfrm>
          <a:custGeom>
            <a:avLst/>
            <a:gdLst/>
            <a:ahLst/>
            <a:cxnLst/>
            <a:rect l="l" t="t" r="r" b="b"/>
            <a:pathLst>
              <a:path w="1210309" h="0">
                <a:moveTo>
                  <a:pt x="0" y="0"/>
                </a:moveTo>
                <a:lnTo>
                  <a:pt x="1210007" y="0"/>
                </a:lnTo>
              </a:path>
            </a:pathLst>
          </a:custGeom>
          <a:ln w="12766">
            <a:solidFill>
              <a:srgbClr val="4242B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215533" y="6530214"/>
            <a:ext cx="5840730" cy="10483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5365"/>
              </a:lnSpc>
              <a:spcBef>
                <a:spcPts val="120"/>
              </a:spcBef>
            </a:pPr>
            <a:r>
              <a:rPr dirty="0" baseline="31007" sz="3225" i="1">
                <a:solidFill>
                  <a:srgbClr val="151515"/>
                </a:solidFill>
                <a:latin typeface="Arial"/>
                <a:cs typeface="Arial"/>
              </a:rPr>
              <a:t>416</a:t>
            </a:r>
            <a:r>
              <a:rPr dirty="0" baseline="31007" sz="3225" spc="142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4550" spc="345">
                <a:solidFill>
                  <a:srgbClr val="4242B1"/>
                </a:solidFill>
                <a:latin typeface="Arial"/>
                <a:cs typeface="Arial"/>
              </a:rPr>
              <a:t>�&lt;-</a:t>
            </a:r>
            <a:r>
              <a:rPr dirty="0" sz="4550" spc="180">
                <a:solidFill>
                  <a:srgbClr val="4242B1"/>
                </a:solidFill>
                <a:latin typeface="Arial"/>
                <a:cs typeface="Arial"/>
              </a:rPr>
              <a:t>-</a:t>
            </a:r>
            <a:r>
              <a:rPr dirty="0" sz="4550" spc="-295">
                <a:solidFill>
                  <a:srgbClr val="4242B1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262826"/>
                </a:solidFill>
                <a:latin typeface="Arial"/>
                <a:cs typeface="Arial"/>
              </a:rPr>
              <a:t>servers</a:t>
            </a:r>
            <a:r>
              <a:rPr dirty="0" sz="2300" spc="5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262826"/>
                </a:solidFill>
                <a:latin typeface="Arial"/>
                <a:cs typeface="Arial"/>
              </a:rPr>
              <a:t>are</a:t>
            </a:r>
            <a:r>
              <a:rPr dirty="0" sz="2300" spc="-90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151515"/>
                </a:solidFill>
                <a:latin typeface="Arial"/>
                <a:cs typeface="Arial"/>
              </a:rPr>
              <a:t>consuming</a:t>
            </a:r>
            <a:r>
              <a:rPr dirty="0" sz="2300" spc="10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51515"/>
                </a:solidFill>
                <a:latin typeface="Arial"/>
                <a:cs typeface="Arial"/>
              </a:rPr>
              <a:t>you</a:t>
            </a:r>
            <a:r>
              <a:rPr dirty="0" sz="2300" spc="-140">
                <a:solidFill>
                  <a:srgbClr val="151515"/>
                </a:solidFill>
                <a:latin typeface="Arial"/>
                <a:cs typeface="Arial"/>
              </a:rPr>
              <a:t>r</a:t>
            </a:r>
            <a:endParaRPr sz="2300">
              <a:latin typeface="Arial"/>
              <a:cs typeface="Arial"/>
            </a:endParaRPr>
          </a:p>
          <a:p>
            <a:pPr algn="ctr" marL="370840">
              <a:lnSpc>
                <a:spcPts val="2665"/>
              </a:lnSpc>
            </a:pPr>
            <a:r>
              <a:rPr dirty="0" sz="2300" spc="100">
                <a:solidFill>
                  <a:srgbClr val="262826"/>
                </a:solidFill>
                <a:latin typeface="Arial"/>
                <a:cs typeface="Arial"/>
              </a:rPr>
              <a:t>context</a:t>
            </a:r>
            <a:r>
              <a:rPr dirty="0" sz="2300" spc="114">
                <a:solidFill>
                  <a:srgbClr val="262826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262826"/>
                </a:solidFill>
                <a:latin typeface="Arial"/>
                <a:cs typeface="Arial"/>
              </a:rPr>
              <a:t>window.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27462" y="8496200"/>
            <a:ext cx="1146238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Solution:</a:t>
            </a:r>
            <a:r>
              <a:rPr dirty="0" sz="2850" spc="14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Toggle</a:t>
            </a:r>
            <a:r>
              <a:rPr dirty="0" sz="2850" spc="18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51515"/>
                </a:solidFill>
                <a:latin typeface="Arial"/>
                <a:cs typeface="Arial"/>
              </a:rPr>
              <a:t>servers</a:t>
            </a:r>
            <a:r>
              <a:rPr dirty="0" sz="2850" spc="12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151515"/>
                </a:solidFill>
                <a:latin typeface="Arial"/>
                <a:cs typeface="Arial"/>
              </a:rPr>
              <a:t>On/Off</a:t>
            </a:r>
            <a:r>
              <a:rPr dirty="0" sz="2850" spc="14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151515"/>
                </a:solidFill>
                <a:latin typeface="Arial"/>
                <a:cs typeface="Arial"/>
              </a:rPr>
              <a:t>instantly</a:t>
            </a:r>
            <a:r>
              <a:rPr dirty="0" sz="2850" spc="27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dirty="0" sz="2850" spc="25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151515"/>
                </a:solidFill>
                <a:latin typeface="Arial"/>
                <a:cs typeface="Arial"/>
              </a:rPr>
              <a:t>match</a:t>
            </a:r>
            <a:r>
              <a:rPr dirty="0" sz="2850" spc="9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151515"/>
                </a:solidFill>
                <a:latin typeface="Arial"/>
                <a:cs typeface="Arial"/>
              </a:rPr>
              <a:t>your</a:t>
            </a:r>
            <a:r>
              <a:rPr dirty="0" sz="2850" spc="11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151515"/>
                </a:solidFill>
                <a:latin typeface="Arial"/>
                <a:cs typeface="Arial"/>
              </a:rPr>
              <a:t>current</a:t>
            </a:r>
            <a:r>
              <a:rPr dirty="0" sz="2850" spc="18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850" spc="45">
                <a:solidFill>
                  <a:srgbClr val="151515"/>
                </a:solidFill>
                <a:latin typeface="Arial"/>
                <a:cs typeface="Arial"/>
              </a:rPr>
              <a:t>task.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383" rIns="0" bIns="0" rtlCol="0" vert="horz">
            <a:spAutoFit/>
          </a:bodyPr>
          <a:lstStyle/>
          <a:p>
            <a:pPr marL="13970" marR="5080" indent="16510">
              <a:lnSpc>
                <a:spcPts val="5330"/>
              </a:lnSpc>
              <a:spcBef>
                <a:spcPts val="355"/>
              </a:spcBef>
            </a:pPr>
            <a:r>
              <a:rPr dirty="0" sz="4550">
                <a:solidFill>
                  <a:srgbClr val="0F0F0C"/>
                </a:solidFill>
              </a:rPr>
              <a:t>Tailor</a:t>
            </a:r>
            <a:r>
              <a:rPr dirty="0" sz="4550" spc="45">
                <a:solidFill>
                  <a:srgbClr val="0F0F0C"/>
                </a:solidFill>
              </a:rPr>
              <a:t> </a:t>
            </a:r>
            <a:r>
              <a:rPr dirty="0" sz="4550">
                <a:solidFill>
                  <a:srgbClr val="0F0F0C"/>
                </a:solidFill>
              </a:rPr>
              <a:t>Your</a:t>
            </a:r>
            <a:r>
              <a:rPr dirty="0" sz="4550" spc="110">
                <a:solidFill>
                  <a:srgbClr val="0F0F0C"/>
                </a:solidFill>
              </a:rPr>
              <a:t> </a:t>
            </a:r>
            <a:r>
              <a:rPr dirty="0" sz="4550" spc="85">
                <a:solidFill>
                  <a:srgbClr val="0F0F0C"/>
                </a:solidFill>
              </a:rPr>
              <a:t>Agent's</a:t>
            </a:r>
            <a:r>
              <a:rPr dirty="0" sz="4550" spc="-105">
                <a:solidFill>
                  <a:srgbClr val="0F0F0C"/>
                </a:solidFill>
              </a:rPr>
              <a:t> </a:t>
            </a:r>
            <a:r>
              <a:rPr dirty="0" sz="4550" spc="165">
                <a:solidFill>
                  <a:srgbClr val="0F0F0C"/>
                </a:solidFill>
              </a:rPr>
              <a:t>Context</a:t>
            </a:r>
            <a:r>
              <a:rPr dirty="0" sz="4550" spc="-90">
                <a:solidFill>
                  <a:srgbClr val="0F0F0C"/>
                </a:solidFill>
              </a:rPr>
              <a:t> </a:t>
            </a:r>
            <a:r>
              <a:rPr dirty="0" sz="4550" spc="95">
                <a:solidFill>
                  <a:srgbClr val="0F0F0C"/>
                </a:solidFill>
              </a:rPr>
              <a:t>for</a:t>
            </a:r>
            <a:r>
              <a:rPr dirty="0" sz="4550" spc="-75">
                <a:solidFill>
                  <a:srgbClr val="0F0F0C"/>
                </a:solidFill>
              </a:rPr>
              <a:t> </a:t>
            </a:r>
            <a:r>
              <a:rPr dirty="0" sz="4550" spc="80">
                <a:solidFill>
                  <a:srgbClr val="0F0F0C"/>
                </a:solidFill>
              </a:rPr>
              <a:t>Every </a:t>
            </a:r>
            <a:r>
              <a:rPr dirty="0" sz="4550" spc="155">
                <a:solidFill>
                  <a:srgbClr val="0F0F0C"/>
                </a:solidFill>
              </a:rPr>
              <a:t>Phase</a:t>
            </a:r>
            <a:r>
              <a:rPr dirty="0" sz="4550" spc="-215">
                <a:solidFill>
                  <a:srgbClr val="0F0F0C"/>
                </a:solidFill>
              </a:rPr>
              <a:t> </a:t>
            </a:r>
            <a:r>
              <a:rPr dirty="0" sz="4550" spc="125">
                <a:solidFill>
                  <a:srgbClr val="0F0F0C"/>
                </a:solidFill>
              </a:rPr>
              <a:t>of</a:t>
            </a:r>
            <a:r>
              <a:rPr dirty="0" sz="4550" spc="-155">
                <a:solidFill>
                  <a:srgbClr val="0F0F0C"/>
                </a:solidFill>
              </a:rPr>
              <a:t> </a:t>
            </a:r>
            <a:r>
              <a:rPr dirty="0" sz="4550" spc="130">
                <a:solidFill>
                  <a:srgbClr val="0F0F0C"/>
                </a:solidFill>
              </a:rPr>
              <a:t>Development.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710884" y="2500158"/>
            <a:ext cx="6724650" cy="2192020"/>
          </a:xfrm>
          <a:prstGeom prst="rect">
            <a:avLst/>
          </a:prstGeom>
        </p:spPr>
        <p:txBody>
          <a:bodyPr wrap="square" lIns="0" tIns="272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3000" spc="65" b="1">
                <a:solidFill>
                  <a:srgbClr val="0F0F0C"/>
                </a:solidFill>
                <a:latin typeface="Arial"/>
                <a:cs typeface="Arial"/>
              </a:rPr>
              <a:t>Phase</a:t>
            </a:r>
            <a:r>
              <a:rPr dirty="0" sz="3000" spc="-18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F0F0C"/>
                </a:solidFill>
                <a:latin typeface="Arial"/>
                <a:cs typeface="Arial"/>
              </a:rPr>
              <a:t>1:</a:t>
            </a:r>
            <a:r>
              <a:rPr dirty="0" sz="3000" spc="-254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F0F0C"/>
                </a:solidFill>
                <a:latin typeface="Arial"/>
                <a:cs typeface="Arial"/>
              </a:rPr>
              <a:t>Planning</a:t>
            </a:r>
            <a:r>
              <a:rPr dirty="0" sz="3000" spc="-8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100" spc="-120" b="1">
                <a:solidFill>
                  <a:srgbClr val="0F0F0C"/>
                </a:solidFill>
                <a:latin typeface="Arial"/>
                <a:cs typeface="Arial"/>
              </a:rPr>
              <a:t>&amp;</a:t>
            </a:r>
            <a:r>
              <a:rPr dirty="0" sz="3100" spc="-7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000" spc="55" b="1">
                <a:solidFill>
                  <a:srgbClr val="0F0F0C"/>
                </a:solidFill>
                <a:latin typeface="Arial"/>
                <a:cs typeface="Arial"/>
              </a:rPr>
              <a:t>Architecture</a:t>
            </a:r>
            <a:endParaRPr sz="30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50"/>
              </a:spcBef>
            </a:pPr>
            <a:r>
              <a:rPr dirty="0" sz="2300" b="1">
                <a:solidFill>
                  <a:srgbClr val="0F0F0C"/>
                </a:solidFill>
                <a:latin typeface="Arial"/>
                <a:cs typeface="Arial"/>
              </a:rPr>
              <a:t>Agent:</a:t>
            </a:r>
            <a:r>
              <a:rPr dirty="0" sz="2300" spc="5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11F"/>
                </a:solidFill>
                <a:latin typeface="Arial"/>
                <a:cs typeface="Arial"/>
              </a:rPr>
              <a:t>Claude</a:t>
            </a:r>
            <a:r>
              <a:rPr dirty="0" sz="2350" spc="114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 spc="55">
                <a:solidFill>
                  <a:srgbClr val="0F0F0C"/>
                </a:solidFill>
                <a:latin typeface="Arial"/>
                <a:cs typeface="Arial"/>
              </a:rPr>
              <a:t>Desktop</a:t>
            </a:r>
            <a:r>
              <a:rPr dirty="0" sz="2350" spc="17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0F0F0C"/>
                </a:solidFill>
                <a:latin typeface="Arial"/>
                <a:cs typeface="Arial"/>
              </a:rPr>
              <a:t>(Inter</a:t>
            </a:r>
            <a:r>
              <a:rPr dirty="0" sz="2350" spc="125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1211F"/>
                </a:solidFill>
                <a:latin typeface="Arial"/>
                <a:cs typeface="Arial"/>
              </a:rPr>
              <a:t>Regular)</a:t>
            </a:r>
            <a:endParaRPr sz="235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200"/>
              </a:spcBef>
            </a:pPr>
            <a:r>
              <a:rPr dirty="0" sz="2300" b="1">
                <a:solidFill>
                  <a:srgbClr val="0F0F0C"/>
                </a:solidFill>
                <a:latin typeface="Arial"/>
                <a:cs typeface="Arial"/>
              </a:rPr>
              <a:t>Active</a:t>
            </a:r>
            <a:r>
              <a:rPr dirty="0" sz="2300" spc="3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F0F0C"/>
                </a:solidFill>
                <a:latin typeface="Arial"/>
                <a:cs typeface="Arial"/>
              </a:rPr>
              <a:t>Servers:</a:t>
            </a:r>
            <a:r>
              <a:rPr dirty="0" sz="2300" spc="38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750" spc="225">
                <a:solidFill>
                  <a:srgbClr val="21211F"/>
                </a:solidFill>
                <a:latin typeface="Times New Roman"/>
                <a:cs typeface="Times New Roman"/>
              </a:rPr>
              <a:t>google-</a:t>
            </a:r>
            <a:r>
              <a:rPr dirty="0" sz="2750" spc="185">
                <a:solidFill>
                  <a:srgbClr val="21211F"/>
                </a:solidFill>
                <a:latin typeface="Times New Roman"/>
                <a:cs typeface="Times New Roman"/>
              </a:rPr>
              <a:t>slides,</a:t>
            </a:r>
            <a:r>
              <a:rPr dirty="0" sz="2750" spc="484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dirty="0" sz="2750" spc="95">
                <a:solidFill>
                  <a:srgbClr val="0F0F0C"/>
                </a:solidFill>
                <a:latin typeface="Times New Roman"/>
                <a:cs typeface="Times New Roman"/>
              </a:rPr>
              <a:t>google-</a:t>
            </a:r>
            <a:r>
              <a:rPr dirty="0" sz="2750" spc="80">
                <a:solidFill>
                  <a:srgbClr val="0F0F0C"/>
                </a:solidFill>
                <a:latin typeface="Times New Roman"/>
                <a:cs typeface="Times New Roman"/>
              </a:rPr>
              <a:t>docs,</a:t>
            </a:r>
            <a:endParaRPr sz="275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  <a:spcBef>
                <a:spcPts val="114"/>
              </a:spcBef>
              <a:tabLst>
                <a:tab pos="1983739" algn="l"/>
              </a:tabLst>
            </a:pPr>
            <a:r>
              <a:rPr dirty="0" sz="2450" spc="60">
                <a:solidFill>
                  <a:srgbClr val="21211F"/>
                </a:solidFill>
                <a:latin typeface="Times New Roman"/>
                <a:cs typeface="Times New Roman"/>
              </a:rPr>
              <a:t>j</a:t>
            </a:r>
            <a:r>
              <a:rPr dirty="0" sz="2450" spc="-305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dirty="0" sz="2750" spc="215">
                <a:solidFill>
                  <a:srgbClr val="21211F"/>
                </a:solidFill>
                <a:latin typeface="Times New Roman"/>
                <a:cs typeface="Times New Roman"/>
              </a:rPr>
              <a:t>ira-</a:t>
            </a:r>
            <a:r>
              <a:rPr dirty="0" sz="2750" spc="245">
                <a:solidFill>
                  <a:srgbClr val="21211F"/>
                </a:solidFill>
                <a:latin typeface="Times New Roman"/>
                <a:cs typeface="Times New Roman"/>
              </a:rPr>
              <a:t>server</a:t>
            </a:r>
            <a:r>
              <a:rPr dirty="0" sz="2750">
                <a:solidFill>
                  <a:srgbClr val="21211F"/>
                </a:solidFill>
                <a:latin typeface="Times New Roman"/>
                <a:cs typeface="Times New Roman"/>
              </a:rPr>
              <a:t>	</a:t>
            </a:r>
            <a:r>
              <a:rPr dirty="0" sz="2350">
                <a:solidFill>
                  <a:srgbClr val="21211F"/>
                </a:solidFill>
                <a:latin typeface="Arial"/>
                <a:cs typeface="Arial"/>
              </a:rPr>
              <a:t>(JetBrains</a:t>
            </a:r>
            <a:r>
              <a:rPr dirty="0" sz="2350" spc="32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0F0F0C"/>
                </a:solidFill>
                <a:latin typeface="Arial"/>
                <a:cs typeface="Arial"/>
              </a:rPr>
              <a:t>Mono)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6302" y="2500158"/>
            <a:ext cx="6800850" cy="2192020"/>
          </a:xfrm>
          <a:prstGeom prst="rect">
            <a:avLst/>
          </a:prstGeom>
        </p:spPr>
        <p:txBody>
          <a:bodyPr wrap="square" lIns="0" tIns="272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3000" spc="65" b="1">
                <a:solidFill>
                  <a:srgbClr val="0F0F0C"/>
                </a:solidFill>
                <a:latin typeface="Arial"/>
                <a:cs typeface="Arial"/>
              </a:rPr>
              <a:t>Phase</a:t>
            </a:r>
            <a:r>
              <a:rPr dirty="0" sz="3000" spc="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000" spc="50" b="1">
                <a:solidFill>
                  <a:srgbClr val="0F0F0C"/>
                </a:solidFill>
                <a:latin typeface="Arial"/>
                <a:cs typeface="Arial"/>
              </a:rPr>
              <a:t>2:</a:t>
            </a:r>
            <a:r>
              <a:rPr dirty="0" sz="3000" spc="-10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F0F0C"/>
                </a:solidFill>
                <a:latin typeface="Arial"/>
                <a:cs typeface="Arial"/>
              </a:rPr>
              <a:t>Coding</a:t>
            </a:r>
            <a:r>
              <a:rPr dirty="0" sz="3000" spc="-7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100" spc="-120" b="1">
                <a:solidFill>
                  <a:srgbClr val="0F0F0C"/>
                </a:solidFill>
                <a:latin typeface="Arial"/>
                <a:cs typeface="Arial"/>
              </a:rPr>
              <a:t>&amp;</a:t>
            </a:r>
            <a:r>
              <a:rPr dirty="0" sz="3100" spc="-15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3000" spc="45" b="1">
                <a:solidFill>
                  <a:srgbClr val="0F0F0C"/>
                </a:solidFill>
                <a:latin typeface="Arial"/>
                <a:cs typeface="Arial"/>
              </a:rPr>
              <a:t>Testing</a:t>
            </a:r>
            <a:endParaRPr sz="3000">
              <a:latin typeface="Arial"/>
              <a:cs typeface="Arial"/>
            </a:endParaRPr>
          </a:p>
          <a:p>
            <a:pPr marL="27305" marR="5080">
              <a:lnSpc>
                <a:spcPct val="105300"/>
              </a:lnSpc>
              <a:spcBef>
                <a:spcPts val="1400"/>
              </a:spcBef>
              <a:tabLst>
                <a:tab pos="2508885" algn="l"/>
                <a:tab pos="5021580" algn="l"/>
              </a:tabLst>
            </a:pPr>
            <a:r>
              <a:rPr dirty="0" sz="2300" b="1">
                <a:solidFill>
                  <a:srgbClr val="0F0F0C"/>
                </a:solidFill>
                <a:latin typeface="Arial"/>
                <a:cs typeface="Arial"/>
              </a:rPr>
              <a:t>Agent:</a:t>
            </a:r>
            <a:r>
              <a:rPr dirty="0" sz="2300" spc="-8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11F"/>
                </a:solidFill>
                <a:latin typeface="Arial"/>
                <a:cs typeface="Arial"/>
              </a:rPr>
              <a:t>Claude</a:t>
            </a:r>
            <a:r>
              <a:rPr dirty="0" sz="2350" spc="8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11F"/>
                </a:solidFill>
                <a:latin typeface="Arial"/>
                <a:cs typeface="Arial"/>
              </a:rPr>
              <a:t>Code</a:t>
            </a:r>
            <a:r>
              <a:rPr dirty="0" sz="2350" spc="1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11F"/>
                </a:solidFill>
                <a:latin typeface="Arial"/>
                <a:cs typeface="Arial"/>
              </a:rPr>
              <a:t>/</a:t>
            </a:r>
            <a:r>
              <a:rPr dirty="0" sz="2350" spc="29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21211F"/>
                </a:solidFill>
                <a:latin typeface="Arial"/>
                <a:cs typeface="Arial"/>
              </a:rPr>
              <a:t>VS</a:t>
            </a:r>
            <a:r>
              <a:rPr dirty="0" sz="2350" spc="-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 spc="50">
                <a:solidFill>
                  <a:srgbClr val="21211F"/>
                </a:solidFill>
                <a:latin typeface="Arial"/>
                <a:cs typeface="Arial"/>
              </a:rPr>
              <a:t>Code</a:t>
            </a:r>
            <a:r>
              <a:rPr dirty="0" sz="2350" spc="11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11F"/>
                </a:solidFill>
                <a:latin typeface="Arial"/>
                <a:cs typeface="Arial"/>
              </a:rPr>
              <a:t>{Inter</a:t>
            </a:r>
            <a:r>
              <a:rPr dirty="0" sz="2350" spc="7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1211F"/>
                </a:solidFill>
                <a:latin typeface="Arial"/>
                <a:cs typeface="Arial"/>
              </a:rPr>
              <a:t>Regular) </a:t>
            </a:r>
            <a:r>
              <a:rPr dirty="0" sz="2300" b="1">
                <a:solidFill>
                  <a:srgbClr val="0F0F0C"/>
                </a:solidFill>
                <a:latin typeface="Arial"/>
                <a:cs typeface="Arial"/>
              </a:rPr>
              <a:t>Active</a:t>
            </a:r>
            <a:r>
              <a:rPr dirty="0" sz="2300" spc="-8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F0F0C"/>
                </a:solidFill>
                <a:latin typeface="Arial"/>
                <a:cs typeface="Arial"/>
              </a:rPr>
              <a:t>Servers:</a:t>
            </a:r>
            <a:r>
              <a:rPr dirty="0" sz="2300" spc="434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750" spc="365">
                <a:solidFill>
                  <a:srgbClr val="21211F"/>
                </a:solidFill>
                <a:latin typeface="Times New Roman"/>
                <a:cs typeface="Times New Roman"/>
              </a:rPr>
              <a:t>git,</a:t>
            </a:r>
            <a:r>
              <a:rPr dirty="0" sz="2750" spc="38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dirty="0" sz="2750" spc="175">
                <a:solidFill>
                  <a:srgbClr val="0F0F0C"/>
                </a:solidFill>
                <a:latin typeface="Times New Roman"/>
                <a:cs typeface="Times New Roman"/>
              </a:rPr>
              <a:t>filesystem,</a:t>
            </a:r>
            <a:r>
              <a:rPr dirty="0" sz="2750">
                <a:solidFill>
                  <a:srgbClr val="0F0F0C"/>
                </a:solidFill>
                <a:latin typeface="Times New Roman"/>
                <a:cs typeface="Times New Roman"/>
              </a:rPr>
              <a:t>	</a:t>
            </a:r>
            <a:r>
              <a:rPr dirty="0" sz="2750" spc="100">
                <a:solidFill>
                  <a:srgbClr val="21211F"/>
                </a:solidFill>
                <a:latin typeface="Times New Roman"/>
                <a:cs typeface="Times New Roman"/>
              </a:rPr>
              <a:t>playwright, </a:t>
            </a:r>
            <a:r>
              <a:rPr dirty="0" sz="2750" spc="240">
                <a:solidFill>
                  <a:srgbClr val="21211F"/>
                </a:solidFill>
                <a:latin typeface="Times New Roman"/>
                <a:cs typeface="Times New Roman"/>
              </a:rPr>
              <a:t>typescript-</a:t>
            </a:r>
            <a:r>
              <a:rPr dirty="0" sz="2750" spc="195">
                <a:solidFill>
                  <a:srgbClr val="21211F"/>
                </a:solidFill>
                <a:latin typeface="Times New Roman"/>
                <a:cs typeface="Times New Roman"/>
              </a:rPr>
              <a:t>lsp</a:t>
            </a:r>
            <a:r>
              <a:rPr dirty="0" sz="2750">
                <a:solidFill>
                  <a:srgbClr val="21211F"/>
                </a:solidFill>
                <a:latin typeface="Times New Roman"/>
                <a:cs typeface="Times New Roman"/>
              </a:rPr>
              <a:t>	</a:t>
            </a:r>
            <a:r>
              <a:rPr dirty="0" sz="2350">
                <a:solidFill>
                  <a:srgbClr val="0F0F0C"/>
                </a:solidFill>
                <a:latin typeface="Arial"/>
                <a:cs typeface="Arial"/>
              </a:rPr>
              <a:t>(JetBrains</a:t>
            </a:r>
            <a:r>
              <a:rPr dirty="0" sz="2350" spc="32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1211F"/>
                </a:solidFill>
                <a:latin typeface="Arial"/>
                <a:cs typeface="Arial"/>
              </a:rPr>
              <a:t>Mono)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0265" y="5557712"/>
            <a:ext cx="255270" cy="442595"/>
          </a:xfrm>
          <a:prstGeom prst="rect">
            <a:avLst/>
          </a:prstGeom>
          <a:solidFill>
            <a:srgbClr val="333669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2600" spc="-50" b="1">
                <a:solidFill>
                  <a:srgbClr val="D6D8DB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0308" y="5673506"/>
            <a:ext cx="1363345" cy="297815"/>
          </a:xfrm>
          <a:prstGeom prst="rect">
            <a:avLst/>
          </a:prstGeom>
          <a:solidFill>
            <a:srgbClr val="282A2F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>
                <a:solidFill>
                  <a:srgbClr val="D6D8DB"/>
                </a:solidFill>
                <a:latin typeface="Arial"/>
                <a:cs typeface="Arial"/>
              </a:rPr>
              <a:t>google-</a:t>
            </a:r>
            <a:r>
              <a:rPr dirty="0" sz="1750" spc="-10">
                <a:solidFill>
                  <a:srgbClr val="D6D8DB"/>
                </a:solidFill>
                <a:latin typeface="Arial"/>
                <a:cs typeface="Arial"/>
              </a:rPr>
              <a:t>slides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94039" y="5482014"/>
            <a:ext cx="242570" cy="297815"/>
          </a:xfrm>
          <a:custGeom>
            <a:avLst/>
            <a:gdLst/>
            <a:ahLst/>
            <a:cxnLst/>
            <a:rect l="l" t="t" r="r" b="b"/>
            <a:pathLst>
              <a:path w="242569" h="297814">
                <a:moveTo>
                  <a:pt x="242001" y="297258"/>
                </a:moveTo>
                <a:lnTo>
                  <a:pt x="0" y="297258"/>
                </a:lnTo>
                <a:lnTo>
                  <a:pt x="0" y="0"/>
                </a:lnTo>
                <a:lnTo>
                  <a:pt x="242001" y="0"/>
                </a:lnTo>
                <a:lnTo>
                  <a:pt x="242001" y="297258"/>
                </a:lnTo>
                <a:close/>
              </a:path>
            </a:pathLst>
          </a:custGeom>
          <a:solidFill>
            <a:srgbClr val="282A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481341" y="5470624"/>
            <a:ext cx="26733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25">
                <a:solidFill>
                  <a:srgbClr val="D6D8DB"/>
                </a:solidFill>
                <a:latin typeface="Arial"/>
                <a:cs typeface="Arial"/>
              </a:rPr>
              <a:t>git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86410" y="6337345"/>
            <a:ext cx="1044575" cy="297815"/>
          </a:xfrm>
          <a:prstGeom prst="rect">
            <a:avLst/>
          </a:prstGeom>
          <a:solidFill>
            <a:srgbClr val="282A2F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 spc="-10">
                <a:solidFill>
                  <a:srgbClr val="D6D8DB"/>
                </a:solidFill>
                <a:latin typeface="Arial"/>
                <a:cs typeface="Arial"/>
              </a:rPr>
              <a:t>filesystem</a:t>
            </a:r>
            <a:endParaRPr sz="1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2640" y="6632343"/>
            <a:ext cx="36131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50">
                <a:solidFill>
                  <a:srgbClr val="8EB5ED"/>
                </a:solidFill>
                <a:latin typeface="Times New Roman"/>
                <a:cs typeface="Times New Roman"/>
              </a:rPr>
              <a:t>@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56026" y="7052249"/>
            <a:ext cx="570865" cy="297815"/>
          </a:xfrm>
          <a:custGeom>
            <a:avLst/>
            <a:gdLst/>
            <a:ahLst/>
            <a:cxnLst/>
            <a:rect l="l" t="t" r="r" b="b"/>
            <a:pathLst>
              <a:path w="570864" h="297815">
                <a:moveTo>
                  <a:pt x="570454" y="297258"/>
                </a:moveTo>
                <a:lnTo>
                  <a:pt x="0" y="297258"/>
                </a:lnTo>
                <a:lnTo>
                  <a:pt x="0" y="0"/>
                </a:lnTo>
                <a:lnTo>
                  <a:pt x="570454" y="0"/>
                </a:lnTo>
                <a:lnTo>
                  <a:pt x="570454" y="297258"/>
                </a:lnTo>
                <a:close/>
              </a:path>
            </a:pathLst>
          </a:custGeom>
          <a:solidFill>
            <a:srgbClr val="1115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56026" y="7040860"/>
            <a:ext cx="57086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750" spc="-10">
                <a:solidFill>
                  <a:srgbClr val="D6D8DB"/>
                </a:solidFill>
                <a:latin typeface="Arial"/>
                <a:cs typeface="Arial"/>
              </a:rPr>
              <a:t>C</a:t>
            </a:r>
            <a:r>
              <a:rPr dirty="0" sz="1750" spc="-10">
                <a:solidFill>
                  <a:srgbClr val="F4F6F7"/>
                </a:solidFill>
                <a:latin typeface="Arial"/>
                <a:cs typeface="Arial"/>
              </a:rPr>
              <a:t>l</a:t>
            </a:r>
            <a:r>
              <a:rPr dirty="0" sz="1750" spc="-10">
                <a:solidFill>
                  <a:srgbClr val="D6D8DB"/>
                </a:solidFill>
                <a:latin typeface="Arial"/>
                <a:cs typeface="Arial"/>
              </a:rPr>
              <a:t>ient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3951" y="7349507"/>
            <a:ext cx="1271270" cy="168910"/>
          </a:xfrm>
          <a:prstGeom prst="rect">
            <a:avLst/>
          </a:prstGeom>
          <a:solidFill>
            <a:srgbClr val="11151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75"/>
              </a:lnSpc>
            </a:pPr>
            <a:r>
              <a:rPr dirty="0" sz="1200">
                <a:solidFill>
                  <a:srgbClr val="BFC1C6"/>
                </a:solidFill>
                <a:latin typeface="Arial"/>
                <a:cs typeface="Arial"/>
              </a:rPr>
              <a:t>(</a:t>
            </a:r>
            <a:r>
              <a:rPr dirty="0" sz="1200">
                <a:solidFill>
                  <a:srgbClr val="A1A5AC"/>
                </a:solidFill>
                <a:latin typeface="Arial"/>
                <a:cs typeface="Arial"/>
              </a:rPr>
              <a:t>Claude</a:t>
            </a:r>
            <a:r>
              <a:rPr dirty="0" sz="1200" spc="254">
                <a:solidFill>
                  <a:srgbClr val="A1A5AC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A1A5AC"/>
                </a:solidFill>
                <a:latin typeface="Arial"/>
                <a:cs typeface="Arial"/>
              </a:rPr>
              <a:t>Desktop)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0265" y="6642834"/>
            <a:ext cx="255270" cy="442595"/>
          </a:xfrm>
          <a:prstGeom prst="rect">
            <a:avLst/>
          </a:prstGeom>
          <a:solidFill>
            <a:srgbClr val="333669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2600" spc="40" b="1">
                <a:solidFill>
                  <a:srgbClr val="D6D8DB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60308" y="6758628"/>
            <a:ext cx="1273810" cy="297815"/>
          </a:xfrm>
          <a:prstGeom prst="rect">
            <a:avLst/>
          </a:prstGeom>
          <a:solidFill>
            <a:srgbClr val="282A2F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>
                <a:solidFill>
                  <a:srgbClr val="D6D8DB"/>
                </a:solidFill>
                <a:latin typeface="Arial"/>
                <a:cs typeface="Arial"/>
              </a:rPr>
              <a:t>google-</a:t>
            </a:r>
            <a:r>
              <a:rPr dirty="0" sz="1750" spc="-20">
                <a:solidFill>
                  <a:srgbClr val="D6D8DB"/>
                </a:solidFill>
                <a:latin typeface="Arial"/>
                <a:cs typeface="Arial"/>
              </a:rPr>
              <a:t>docs</a:t>
            </a:r>
            <a:endParaRPr sz="1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71744" y="6619577"/>
            <a:ext cx="36131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50">
                <a:solidFill>
                  <a:srgbClr val="8EB5ED"/>
                </a:solidFill>
                <a:latin typeface="Times New Roman"/>
                <a:cs typeface="Times New Roman"/>
              </a:rPr>
              <a:t>@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662393" y="7039483"/>
            <a:ext cx="573405" cy="297815"/>
          </a:xfrm>
          <a:custGeom>
            <a:avLst/>
            <a:gdLst/>
            <a:ahLst/>
            <a:cxnLst/>
            <a:rect l="l" t="t" r="r" b="b"/>
            <a:pathLst>
              <a:path w="573404" h="297815">
                <a:moveTo>
                  <a:pt x="573161" y="297258"/>
                </a:moveTo>
                <a:lnTo>
                  <a:pt x="0" y="297258"/>
                </a:lnTo>
                <a:lnTo>
                  <a:pt x="0" y="0"/>
                </a:lnTo>
                <a:lnTo>
                  <a:pt x="573161" y="0"/>
                </a:lnTo>
                <a:lnTo>
                  <a:pt x="573161" y="297258"/>
                </a:lnTo>
                <a:close/>
              </a:path>
            </a:pathLst>
          </a:custGeom>
          <a:solidFill>
            <a:srgbClr val="1115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662392" y="7028094"/>
            <a:ext cx="58610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750" spc="-10">
                <a:solidFill>
                  <a:srgbClr val="D6D8DB"/>
                </a:solidFill>
                <a:latin typeface="Arial"/>
                <a:cs typeface="Arial"/>
              </a:rPr>
              <a:t>Client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65580" y="7336742"/>
            <a:ext cx="1810385" cy="168910"/>
          </a:xfrm>
          <a:prstGeom prst="rect">
            <a:avLst/>
          </a:prstGeom>
          <a:solidFill>
            <a:srgbClr val="11151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75"/>
              </a:lnSpc>
            </a:pPr>
            <a:r>
              <a:rPr dirty="0" sz="1200">
                <a:solidFill>
                  <a:srgbClr val="A1A5AC"/>
                </a:solidFill>
                <a:latin typeface="Arial"/>
                <a:cs typeface="Arial"/>
              </a:rPr>
              <a:t>(Claude</a:t>
            </a:r>
            <a:r>
              <a:rPr dirty="0" sz="1200" spc="85">
                <a:solidFill>
                  <a:srgbClr val="A1A5AC"/>
                </a:solidFill>
                <a:latin typeface="Arial"/>
                <a:cs typeface="Arial"/>
              </a:rPr>
              <a:t> </a:t>
            </a:r>
            <a:r>
              <a:rPr dirty="0" sz="1200" spc="114">
                <a:solidFill>
                  <a:srgbClr val="A1A5AC"/>
                </a:solidFill>
                <a:latin typeface="Arial"/>
                <a:cs typeface="Arial"/>
              </a:rPr>
              <a:t>Code/</a:t>
            </a:r>
            <a:r>
              <a:rPr dirty="0" sz="1200" spc="50">
                <a:solidFill>
                  <a:srgbClr val="A1A5AC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A1A5AC"/>
                </a:solidFill>
                <a:latin typeface="Arial"/>
                <a:cs typeface="Arial"/>
              </a:rPr>
              <a:t>VS</a:t>
            </a:r>
            <a:r>
              <a:rPr dirty="0" sz="1200">
                <a:solidFill>
                  <a:srgbClr val="A1A5AC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A1A5AC"/>
                </a:solidFill>
                <a:latin typeface="Arial"/>
                <a:cs typeface="Arial"/>
              </a:rPr>
              <a:t>Code)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86423" y="7192677"/>
            <a:ext cx="1057275" cy="297815"/>
          </a:xfrm>
          <a:prstGeom prst="rect">
            <a:avLst/>
          </a:prstGeom>
          <a:solidFill>
            <a:srgbClr val="282A2F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 spc="-10">
                <a:solidFill>
                  <a:srgbClr val="D6D8DB"/>
                </a:solidFill>
                <a:latin typeface="Arial"/>
                <a:cs typeface="Arial"/>
              </a:rPr>
              <a:t>piaywright</a:t>
            </a:r>
            <a:endParaRPr sz="1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0265" y="7740722"/>
            <a:ext cx="255270" cy="442595"/>
          </a:xfrm>
          <a:prstGeom prst="rect">
            <a:avLst/>
          </a:prstGeom>
          <a:solidFill>
            <a:srgbClr val="333669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2600" b="1">
                <a:solidFill>
                  <a:srgbClr val="D6D8DB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48490" y="7856516"/>
            <a:ext cx="1031875" cy="297815"/>
          </a:xfrm>
          <a:prstGeom prst="rect">
            <a:avLst/>
          </a:prstGeom>
          <a:solidFill>
            <a:srgbClr val="282A2F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 spc="-20">
                <a:solidFill>
                  <a:srgbClr val="D6D8DB"/>
                </a:solidFill>
                <a:latin typeface="Arial"/>
                <a:cs typeface="Arial"/>
              </a:rPr>
              <a:t>Jira-</a:t>
            </a:r>
            <a:r>
              <a:rPr dirty="0" sz="1750" spc="-30">
                <a:solidFill>
                  <a:srgbClr val="D6D8DB"/>
                </a:solidFill>
                <a:latin typeface="Arial"/>
                <a:cs typeface="Arial"/>
              </a:rPr>
              <a:t>server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484831" y="8099073"/>
            <a:ext cx="1439545" cy="297815"/>
          </a:xfrm>
          <a:prstGeom prst="rect">
            <a:avLst/>
          </a:prstGeom>
          <a:solidFill>
            <a:srgbClr val="282A2F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 spc="60">
                <a:solidFill>
                  <a:srgbClr val="D6D8DB"/>
                </a:solidFill>
                <a:latin typeface="Arial"/>
                <a:cs typeface="Arial"/>
              </a:rPr>
              <a:t>typescript-</a:t>
            </a:r>
            <a:r>
              <a:rPr dirty="0" sz="1750" spc="35">
                <a:solidFill>
                  <a:srgbClr val="D6D8DB"/>
                </a:solidFill>
                <a:latin typeface="Arial"/>
                <a:cs typeface="Arial"/>
              </a:rPr>
              <a:t>lsp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83849" y="8055700"/>
            <a:ext cx="6852920" cy="0"/>
          </a:xfrm>
          <a:custGeom>
            <a:avLst/>
            <a:gdLst/>
            <a:ahLst/>
            <a:cxnLst/>
            <a:rect l="l" t="t" r="r" b="b"/>
            <a:pathLst>
              <a:path w="6852919" h="0">
                <a:moveTo>
                  <a:pt x="0" y="0"/>
                </a:moveTo>
                <a:lnTo>
                  <a:pt x="68524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ts val="5625"/>
              </a:lnSpc>
              <a:spcBef>
                <a:spcPts val="125"/>
              </a:spcBef>
            </a:pPr>
            <a:r>
              <a:rPr dirty="0" spc="-85"/>
              <a:t>We</a:t>
            </a:r>
            <a:r>
              <a:rPr dirty="0" spc="-415"/>
              <a:t> </a:t>
            </a:r>
            <a:r>
              <a:rPr dirty="0" spc="-110"/>
              <a:t>Practiced</a:t>
            </a:r>
            <a:r>
              <a:rPr dirty="0" spc="-210"/>
              <a:t> </a:t>
            </a:r>
            <a:r>
              <a:rPr dirty="0" spc="-20"/>
              <a:t>What</a:t>
            </a:r>
            <a:r>
              <a:rPr dirty="0" spc="-235"/>
              <a:t> </a:t>
            </a:r>
            <a:r>
              <a:rPr dirty="0" spc="-85"/>
              <a:t>We</a:t>
            </a:r>
            <a:r>
              <a:rPr dirty="0" spc="-515"/>
              <a:t> </a:t>
            </a:r>
            <a:r>
              <a:rPr dirty="0" spc="-10"/>
              <a:t>Preach:</a:t>
            </a:r>
          </a:p>
          <a:p>
            <a:pPr marL="12700">
              <a:lnSpc>
                <a:spcPts val="5625"/>
              </a:lnSpc>
            </a:pPr>
            <a:r>
              <a:rPr dirty="0" spc="-45"/>
              <a:t>MCP</a:t>
            </a:r>
            <a:r>
              <a:rPr dirty="0" spc="-490"/>
              <a:t> </a:t>
            </a:r>
            <a:r>
              <a:rPr dirty="0" spc="-140"/>
              <a:t>Config</a:t>
            </a:r>
            <a:r>
              <a:rPr dirty="0" spc="-330"/>
              <a:t> </a:t>
            </a:r>
            <a:r>
              <a:rPr dirty="0" spc="-60"/>
              <a:t>Manager</a:t>
            </a:r>
            <a:r>
              <a:rPr dirty="0" spc="-105"/>
              <a:t> </a:t>
            </a:r>
            <a:r>
              <a:rPr dirty="0" spc="-145"/>
              <a:t>Was</a:t>
            </a:r>
            <a:r>
              <a:rPr dirty="0" spc="-459"/>
              <a:t> </a:t>
            </a:r>
            <a:r>
              <a:rPr dirty="0" spc="-180"/>
              <a:t>Built</a:t>
            </a:r>
            <a:r>
              <a:rPr dirty="0" spc="-220"/>
              <a:t> </a:t>
            </a:r>
            <a:r>
              <a:rPr dirty="0" spc="-75"/>
              <a:t>WITH</a:t>
            </a:r>
            <a:r>
              <a:rPr dirty="0" spc="-415"/>
              <a:t> </a:t>
            </a:r>
            <a:r>
              <a:rPr dirty="0" spc="-75"/>
              <a:t>MCP.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634" y="2739945"/>
            <a:ext cx="6294120" cy="390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 marR="5080" indent="-1270">
              <a:lnSpc>
                <a:spcPct val="113700"/>
              </a:lnSpc>
              <a:spcBef>
                <a:spcPts val="95"/>
              </a:spcBef>
            </a:pPr>
            <a:r>
              <a:rPr dirty="0" sz="2800">
                <a:solidFill>
                  <a:srgbClr val="11110E"/>
                </a:solidFill>
                <a:latin typeface="Arial"/>
                <a:cs typeface="Arial"/>
              </a:rPr>
              <a:t>We</a:t>
            </a:r>
            <a:r>
              <a:rPr dirty="0" sz="2800" spc="-12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95">
                <a:solidFill>
                  <a:srgbClr val="11110E"/>
                </a:solidFill>
                <a:latin typeface="Arial"/>
                <a:cs typeface="Arial"/>
              </a:rPr>
              <a:t>connected</a:t>
            </a:r>
            <a:r>
              <a:rPr dirty="0" sz="2800" spc="14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our</a:t>
            </a:r>
            <a:r>
              <a:rPr dirty="0" sz="2800" spc="5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11110E"/>
                </a:solidFill>
                <a:latin typeface="Arial"/>
                <a:cs typeface="Arial"/>
              </a:rPr>
              <a:t>Al</a:t>
            </a:r>
            <a:r>
              <a:rPr dirty="0" sz="2800" spc="-3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90">
                <a:solidFill>
                  <a:srgbClr val="11110E"/>
                </a:solidFill>
                <a:latin typeface="Arial"/>
                <a:cs typeface="Arial"/>
              </a:rPr>
              <a:t>coding</a:t>
            </a:r>
            <a:r>
              <a:rPr dirty="0" sz="2800" spc="3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agent </a:t>
            </a:r>
            <a:r>
              <a:rPr dirty="0" sz="2800" spc="100">
                <a:solidFill>
                  <a:srgbClr val="11110E"/>
                </a:solidFill>
                <a:latin typeface="Arial"/>
                <a:cs typeface="Arial"/>
              </a:rPr>
              <a:t>directly</a:t>
            </a:r>
            <a:r>
              <a:rPr dirty="0" sz="2800" spc="11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11110E"/>
                </a:solidFill>
                <a:latin typeface="Arial"/>
                <a:cs typeface="Arial"/>
              </a:rPr>
              <a:t>to</a:t>
            </a:r>
            <a:r>
              <a:rPr dirty="0" sz="2800" spc="3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our</a:t>
            </a:r>
            <a:r>
              <a:rPr dirty="0" sz="2800" spc="4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75">
                <a:solidFill>
                  <a:srgbClr val="11110E"/>
                </a:solidFill>
                <a:latin typeface="Arial"/>
                <a:cs typeface="Arial"/>
              </a:rPr>
              <a:t>design</a:t>
            </a:r>
            <a:r>
              <a:rPr dirty="0" sz="2800" spc="-1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source</a:t>
            </a:r>
            <a:r>
              <a:rPr dirty="0" sz="280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11110E"/>
                </a:solidFill>
                <a:latin typeface="Arial"/>
                <a:cs typeface="Arial"/>
              </a:rPr>
              <a:t>of</a:t>
            </a:r>
            <a:r>
              <a:rPr dirty="0" sz="2800" spc="229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120">
                <a:solidFill>
                  <a:srgbClr val="11110E"/>
                </a:solidFill>
                <a:latin typeface="Arial"/>
                <a:cs typeface="Arial"/>
              </a:rPr>
              <a:t>truth. </a:t>
            </a:r>
            <a:r>
              <a:rPr dirty="0" sz="2800" spc="50">
                <a:solidFill>
                  <a:srgbClr val="11110E"/>
                </a:solidFill>
                <a:latin typeface="Arial"/>
                <a:cs typeface="Arial"/>
              </a:rPr>
              <a:t>This</a:t>
            </a:r>
            <a:r>
              <a:rPr dirty="0" sz="2800" spc="1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11110E"/>
                </a:solidFill>
                <a:latin typeface="Arial"/>
                <a:cs typeface="Arial"/>
              </a:rPr>
              <a:t>allowed</a:t>
            </a:r>
            <a:r>
              <a:rPr dirty="0" sz="2800" spc="4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11110E"/>
                </a:solidFill>
                <a:latin typeface="Arial"/>
                <a:cs typeface="Arial"/>
              </a:rPr>
              <a:t>the</a:t>
            </a:r>
            <a:r>
              <a:rPr dirty="0" sz="2800" spc="22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11110E"/>
                </a:solidFill>
                <a:latin typeface="Arial"/>
                <a:cs typeface="Arial"/>
              </a:rPr>
              <a:t>agent</a:t>
            </a:r>
            <a:r>
              <a:rPr dirty="0" sz="2800" spc="10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to</a:t>
            </a:r>
            <a:r>
              <a:rPr dirty="0" sz="2800" spc="204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1110E"/>
                </a:solidFill>
                <a:latin typeface="Arial"/>
                <a:cs typeface="Arial"/>
              </a:rPr>
              <a:t>'see'</a:t>
            </a:r>
            <a:r>
              <a:rPr dirty="0" sz="2800" spc="4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design requirements </a:t>
            </a:r>
            <a:r>
              <a:rPr dirty="0" sz="2800" spc="105">
                <a:solidFill>
                  <a:srgbClr val="11110E"/>
                </a:solidFill>
                <a:latin typeface="Arial"/>
                <a:cs typeface="Arial"/>
              </a:rPr>
              <a:t>and</a:t>
            </a:r>
            <a:r>
              <a:rPr dirty="0" sz="2800" spc="-114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11110E"/>
                </a:solidFill>
                <a:latin typeface="Arial"/>
                <a:cs typeface="Arial"/>
              </a:rPr>
              <a:t>component</a:t>
            </a:r>
            <a:r>
              <a:rPr dirty="0" sz="2800" spc="21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11110E"/>
                </a:solidFill>
                <a:latin typeface="Arial"/>
                <a:cs typeface="Arial"/>
              </a:rPr>
              <a:t>specs </a:t>
            </a:r>
            <a:r>
              <a:rPr dirty="0" sz="2800" spc="125">
                <a:solidFill>
                  <a:srgbClr val="11110E"/>
                </a:solidFill>
                <a:latin typeface="Arial"/>
                <a:cs typeface="Arial"/>
              </a:rPr>
              <a:t>from</a:t>
            </a:r>
            <a:r>
              <a:rPr dirty="0" sz="2800" spc="-8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11110E"/>
                </a:solidFill>
                <a:latin typeface="Arial"/>
                <a:cs typeface="Arial"/>
              </a:rPr>
              <a:t>Figma</a:t>
            </a:r>
            <a:r>
              <a:rPr dirty="0" sz="2800" spc="60">
                <a:solidFill>
                  <a:srgbClr val="2B2D28"/>
                </a:solidFill>
                <a:latin typeface="Arial"/>
                <a:cs typeface="Arial"/>
              </a:rPr>
              <a:t>,</a:t>
            </a:r>
            <a:r>
              <a:rPr dirty="0" sz="2800" spc="-225">
                <a:solidFill>
                  <a:srgbClr val="2B2D28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11110E"/>
                </a:solidFill>
                <a:latin typeface="Arial"/>
                <a:cs typeface="Arial"/>
              </a:rPr>
              <a:t>directly</a:t>
            </a:r>
            <a:r>
              <a:rPr dirty="0" sz="2800" spc="7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11110E"/>
                </a:solidFill>
                <a:latin typeface="Arial"/>
                <a:cs typeface="Arial"/>
              </a:rPr>
              <a:t>in</a:t>
            </a:r>
            <a:r>
              <a:rPr dirty="0" sz="2800" spc="-11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110">
                <a:solidFill>
                  <a:srgbClr val="11110E"/>
                </a:solidFill>
                <a:latin typeface="Arial"/>
                <a:cs typeface="Arial"/>
              </a:rPr>
              <a:t>the</a:t>
            </a:r>
            <a:r>
              <a:rPr dirty="0" sz="2800" spc="-2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11110E"/>
                </a:solidFill>
                <a:latin typeface="Arial"/>
                <a:cs typeface="Arial"/>
              </a:rPr>
              <a:t>IDE.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800">
              <a:latin typeface="Arial"/>
              <a:cs typeface="Arial"/>
            </a:endParaRPr>
          </a:p>
          <a:p>
            <a:pPr marL="17145" marR="1256030" indent="-5080">
              <a:lnSpc>
                <a:spcPct val="108900"/>
              </a:lnSpc>
            </a:pPr>
            <a:r>
              <a:rPr dirty="0" sz="3000" spc="-125" b="1">
                <a:solidFill>
                  <a:srgbClr val="11110E"/>
                </a:solidFill>
                <a:latin typeface="Arial"/>
                <a:cs typeface="Arial"/>
              </a:rPr>
              <a:t>Tools</a:t>
            </a:r>
            <a:r>
              <a:rPr dirty="0" sz="3000" spc="-285" b="1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3000" spc="-75" b="1">
                <a:solidFill>
                  <a:srgbClr val="11110E"/>
                </a:solidFill>
                <a:latin typeface="Arial"/>
                <a:cs typeface="Arial"/>
              </a:rPr>
              <a:t>Used:</a:t>
            </a:r>
            <a:r>
              <a:rPr dirty="0" sz="3000" spc="-190" b="1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1110E"/>
                </a:solidFill>
                <a:latin typeface="Arial"/>
                <a:cs typeface="Arial"/>
              </a:rPr>
              <a:t>Figma</a:t>
            </a:r>
            <a:r>
              <a:rPr dirty="0" sz="2800" spc="7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1110E"/>
                </a:solidFill>
                <a:latin typeface="Arial"/>
                <a:cs typeface="Arial"/>
              </a:rPr>
              <a:t>Dev</a:t>
            </a:r>
            <a:r>
              <a:rPr dirty="0" sz="2800" spc="15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75">
                <a:solidFill>
                  <a:srgbClr val="11110E"/>
                </a:solidFill>
                <a:latin typeface="Arial"/>
                <a:cs typeface="Arial"/>
              </a:rPr>
              <a:t>Mode, </a:t>
            </a:r>
            <a:r>
              <a:rPr dirty="0" sz="2800" spc="50">
                <a:solidFill>
                  <a:srgbClr val="11110E"/>
                </a:solidFill>
                <a:latin typeface="Arial"/>
                <a:cs typeface="Arial"/>
              </a:rPr>
              <a:t>Filesystem</a:t>
            </a:r>
            <a:r>
              <a:rPr dirty="0" sz="2800" spc="14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900" spc="-85">
                <a:solidFill>
                  <a:srgbClr val="11110E"/>
                </a:solidFill>
                <a:latin typeface="Arial"/>
                <a:cs typeface="Arial"/>
              </a:rPr>
              <a:t>&amp;</a:t>
            </a:r>
            <a:r>
              <a:rPr dirty="0" sz="2900" spc="-17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2800" spc="70">
                <a:solidFill>
                  <a:srgbClr val="11110E"/>
                </a:solidFill>
                <a:latin typeface="Arial"/>
                <a:cs typeface="Arial"/>
              </a:rPr>
              <a:t>Git.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51322" y="2932926"/>
            <a:ext cx="6269990" cy="242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415"/>
              </a:lnSpc>
            </a:pPr>
            <a:r>
              <a:rPr dirty="0" sz="3850" spc="-975" i="1">
                <a:solidFill>
                  <a:srgbClr val="6B6E6D"/>
                </a:solidFill>
                <a:latin typeface="Courier New"/>
                <a:cs typeface="Courier New"/>
              </a:rPr>
              <a:t>II</a:t>
            </a:r>
            <a:r>
              <a:rPr dirty="0" sz="3850" spc="-850" i="1">
                <a:solidFill>
                  <a:srgbClr val="6B6E6D"/>
                </a:solidFill>
                <a:latin typeface="Courier New"/>
                <a:cs typeface="Courier New"/>
              </a:rPr>
              <a:t> </a:t>
            </a:r>
            <a:r>
              <a:rPr dirty="0" sz="2900" spc="-315">
                <a:solidFill>
                  <a:srgbClr val="858582"/>
                </a:solidFill>
                <a:latin typeface="Courier New"/>
                <a:cs typeface="Courier New"/>
              </a:rPr>
              <a:t>.</a:t>
            </a:r>
            <a:r>
              <a:rPr dirty="0" sz="2900" spc="-315">
                <a:solidFill>
                  <a:srgbClr val="6B6E6D"/>
                </a:solidFill>
                <a:latin typeface="Courier New"/>
                <a:cs typeface="Courier New"/>
              </a:rPr>
              <a:t>mcp.json</a:t>
            </a:r>
            <a:r>
              <a:rPr dirty="0" sz="2900" spc="-1400">
                <a:solidFill>
                  <a:srgbClr val="6B6E6D"/>
                </a:solidFill>
                <a:latin typeface="Courier New"/>
                <a:cs typeface="Courier New"/>
              </a:rPr>
              <a:t> </a:t>
            </a:r>
            <a:r>
              <a:rPr dirty="0" sz="2900" spc="-335">
                <a:solidFill>
                  <a:srgbClr val="6B6E6D"/>
                </a:solidFill>
                <a:latin typeface="Courier New"/>
                <a:cs typeface="Courier New"/>
              </a:rPr>
              <a:t>(Actual</a:t>
            </a:r>
            <a:r>
              <a:rPr dirty="0" sz="2900" spc="-390">
                <a:solidFill>
                  <a:srgbClr val="6B6E6D"/>
                </a:solidFill>
                <a:latin typeface="Courier New"/>
                <a:cs typeface="Courier New"/>
              </a:rPr>
              <a:t> </a:t>
            </a:r>
            <a:r>
              <a:rPr dirty="0" sz="2900" spc="-405">
                <a:solidFill>
                  <a:srgbClr val="6B6E6D"/>
                </a:solidFill>
                <a:latin typeface="Courier New"/>
                <a:cs typeface="Courier New"/>
              </a:rPr>
              <a:t>Project</a:t>
            </a:r>
            <a:r>
              <a:rPr dirty="0" sz="2900" spc="-235">
                <a:solidFill>
                  <a:srgbClr val="6B6E6D"/>
                </a:solidFill>
                <a:latin typeface="Courier New"/>
                <a:cs typeface="Courier New"/>
              </a:rPr>
              <a:t> </a:t>
            </a:r>
            <a:r>
              <a:rPr dirty="0" sz="2900" spc="-380">
                <a:solidFill>
                  <a:srgbClr val="6B6E6D"/>
                </a:solidFill>
                <a:latin typeface="Courier New"/>
                <a:cs typeface="Courier New"/>
              </a:rPr>
              <a:t>Config)</a:t>
            </a:r>
            <a:endParaRPr sz="2900">
              <a:latin typeface="Courier New"/>
              <a:cs typeface="Courier New"/>
            </a:endParaRPr>
          </a:p>
          <a:p>
            <a:pPr marL="52069">
              <a:lnSpc>
                <a:spcPct val="100000"/>
              </a:lnSpc>
              <a:spcBef>
                <a:spcPts val="345"/>
              </a:spcBef>
            </a:pPr>
            <a:r>
              <a:rPr dirty="0" sz="2400" spc="-50">
                <a:solidFill>
                  <a:srgbClr val="11110E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726440" marR="2312670" indent="-344170">
              <a:lnSpc>
                <a:spcPct val="106900"/>
              </a:lnSpc>
              <a:spcBef>
                <a:spcPts val="200"/>
              </a:spcBef>
            </a:pPr>
            <a:r>
              <a:rPr dirty="0" sz="2900" spc="-330">
                <a:solidFill>
                  <a:srgbClr val="492D4D"/>
                </a:solidFill>
                <a:latin typeface="Courier New"/>
                <a:cs typeface="Courier New"/>
              </a:rPr>
              <a:t>"mcpServers"</a:t>
            </a:r>
            <a:r>
              <a:rPr dirty="0" sz="2900" spc="-330">
                <a:solidFill>
                  <a:srgbClr val="11110E"/>
                </a:solidFill>
                <a:latin typeface="Courier New"/>
                <a:cs typeface="Courier New"/>
              </a:rPr>
              <a:t>:{ </a:t>
            </a:r>
            <a:r>
              <a:rPr dirty="0" sz="2900" spc="-340">
                <a:solidFill>
                  <a:srgbClr val="492D4D"/>
                </a:solidFill>
                <a:latin typeface="Courier New"/>
                <a:cs typeface="Courier New"/>
              </a:rPr>
              <a:t>"figma-dev-</a:t>
            </a:r>
            <a:r>
              <a:rPr dirty="0" sz="2900" spc="-350">
                <a:solidFill>
                  <a:srgbClr val="492D4D"/>
                </a:solidFill>
                <a:latin typeface="Courier New"/>
                <a:cs typeface="Courier New"/>
              </a:rPr>
              <a:t>mode"</a:t>
            </a:r>
            <a:r>
              <a:rPr dirty="0" sz="2900" spc="-350">
                <a:solidFill>
                  <a:srgbClr val="11110E"/>
                </a:solidFill>
                <a:latin typeface="Courier New"/>
                <a:cs typeface="Courier New"/>
              </a:rPr>
              <a:t>:{</a:t>
            </a:r>
            <a:endParaRPr sz="2900">
              <a:latin typeface="Courier New"/>
              <a:cs typeface="Courier New"/>
            </a:endParaRPr>
          </a:p>
          <a:p>
            <a:pPr marL="1069975">
              <a:lnSpc>
                <a:spcPct val="100000"/>
              </a:lnSpc>
              <a:spcBef>
                <a:spcPts val="240"/>
              </a:spcBef>
            </a:pPr>
            <a:r>
              <a:rPr dirty="0" sz="2900" spc="-305">
                <a:solidFill>
                  <a:srgbClr val="492D4D"/>
                </a:solidFill>
                <a:latin typeface="Courier New"/>
                <a:cs typeface="Courier New"/>
              </a:rPr>
              <a:t>"command"</a:t>
            </a:r>
            <a:r>
              <a:rPr dirty="0" sz="2900" spc="-305">
                <a:solidFill>
                  <a:srgbClr val="11110E"/>
                </a:solidFill>
                <a:latin typeface="Courier New"/>
                <a:cs typeface="Courier New"/>
              </a:rPr>
              <a:t>:</a:t>
            </a:r>
            <a:r>
              <a:rPr dirty="0" sz="2900" spc="-1200">
                <a:solidFill>
                  <a:srgbClr val="11110E"/>
                </a:solidFill>
                <a:latin typeface="Courier New"/>
                <a:cs typeface="Courier New"/>
              </a:rPr>
              <a:t> </a:t>
            </a:r>
            <a:r>
              <a:rPr dirty="0" sz="2900" spc="-275">
                <a:solidFill>
                  <a:srgbClr val="385434"/>
                </a:solidFill>
                <a:latin typeface="Courier New"/>
                <a:cs typeface="Courier New"/>
              </a:rPr>
              <a:t>"npx"</a:t>
            </a:r>
            <a:r>
              <a:rPr dirty="0" sz="2900" spc="-275">
                <a:solidFill>
                  <a:srgbClr val="11110E"/>
                </a:solidFill>
                <a:latin typeface="Courier New"/>
                <a:cs typeface="Courier New"/>
              </a:rPr>
              <a:t>,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09028" y="5334026"/>
            <a:ext cx="4952365" cy="970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95"/>
              </a:spcBef>
            </a:pPr>
            <a:r>
              <a:rPr dirty="0" sz="2900" spc="-240">
                <a:solidFill>
                  <a:srgbClr val="492D4D"/>
                </a:solidFill>
                <a:latin typeface="Courier New"/>
                <a:cs typeface="Courier New"/>
              </a:rPr>
              <a:t>"args"</a:t>
            </a:r>
            <a:r>
              <a:rPr dirty="0" sz="2900" spc="-240">
                <a:solidFill>
                  <a:srgbClr val="11110E"/>
                </a:solidFill>
                <a:latin typeface="Courier New"/>
                <a:cs typeface="Courier New"/>
              </a:rPr>
              <a:t>:[</a:t>
            </a:r>
            <a:r>
              <a:rPr dirty="0" sz="2900" spc="-240">
                <a:solidFill>
                  <a:srgbClr val="2A4428"/>
                </a:solidFill>
                <a:latin typeface="Courier New"/>
                <a:cs typeface="Courier New"/>
              </a:rPr>
              <a:t>"-</a:t>
            </a:r>
            <a:r>
              <a:rPr dirty="0" sz="2900" spc="-200">
                <a:solidFill>
                  <a:srgbClr val="2A4428"/>
                </a:solidFill>
                <a:latin typeface="Courier New"/>
                <a:cs typeface="Courier New"/>
              </a:rPr>
              <a:t>y"</a:t>
            </a:r>
            <a:r>
              <a:rPr dirty="0" sz="2900" spc="-200">
                <a:solidFill>
                  <a:srgbClr val="11110E"/>
                </a:solidFill>
                <a:latin typeface="Courier New"/>
                <a:cs typeface="Courier New"/>
              </a:rPr>
              <a:t>,</a:t>
            </a:r>
            <a:r>
              <a:rPr dirty="0" sz="2900" spc="-1085">
                <a:solidFill>
                  <a:srgbClr val="11110E"/>
                </a:solidFill>
                <a:latin typeface="Courier New"/>
                <a:cs typeface="Courier New"/>
              </a:rPr>
              <a:t> </a:t>
            </a:r>
            <a:r>
              <a:rPr dirty="0" sz="2900" spc="-335">
                <a:solidFill>
                  <a:srgbClr val="2A4428"/>
                </a:solidFill>
                <a:latin typeface="Courier New"/>
                <a:cs typeface="Courier New"/>
              </a:rPr>
              <a:t>"mcp-</a:t>
            </a:r>
            <a:r>
              <a:rPr dirty="0" sz="2900" spc="-345">
                <a:solidFill>
                  <a:srgbClr val="2A4428"/>
                </a:solidFill>
                <a:latin typeface="Courier New"/>
                <a:cs typeface="Courier New"/>
              </a:rPr>
              <a:t>remote"</a:t>
            </a:r>
            <a:r>
              <a:rPr dirty="0" sz="2900" spc="-345">
                <a:solidFill>
                  <a:srgbClr val="11110E"/>
                </a:solidFill>
                <a:latin typeface="Courier New"/>
                <a:cs typeface="Courier New"/>
              </a:rPr>
              <a:t>, </a:t>
            </a:r>
            <a:r>
              <a:rPr dirty="0" sz="2900" spc="-265">
                <a:solidFill>
                  <a:srgbClr val="492D4D"/>
                </a:solidFill>
                <a:latin typeface="Courier New"/>
                <a:cs typeface="Courier New"/>
              </a:rPr>
              <a:t>"type"</a:t>
            </a:r>
            <a:r>
              <a:rPr dirty="0" sz="2900" spc="-265">
                <a:solidFill>
                  <a:srgbClr val="11110E"/>
                </a:solidFill>
                <a:latin typeface="Courier New"/>
                <a:cs typeface="Courier New"/>
              </a:rPr>
              <a:t>:</a:t>
            </a:r>
            <a:r>
              <a:rPr dirty="0" sz="2900" spc="-1290">
                <a:solidFill>
                  <a:srgbClr val="11110E"/>
                </a:solidFill>
                <a:latin typeface="Courier New"/>
                <a:cs typeface="Courier New"/>
              </a:rPr>
              <a:t> </a:t>
            </a:r>
            <a:r>
              <a:rPr dirty="0" sz="2900" spc="-415">
                <a:solidFill>
                  <a:srgbClr val="2A4428"/>
                </a:solidFill>
                <a:latin typeface="Courier New"/>
                <a:cs typeface="Courier New"/>
              </a:rPr>
              <a:t>"local"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3382" y="6332339"/>
            <a:ext cx="104139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140">
                <a:solidFill>
                  <a:srgbClr val="11110E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485" y="6804686"/>
            <a:ext cx="104139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140">
                <a:solidFill>
                  <a:srgbClr val="11110E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2853" y="7277034"/>
            <a:ext cx="104139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140">
                <a:solidFill>
                  <a:srgbClr val="11110E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37485" y="5496156"/>
            <a:ext cx="825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45">
                <a:solidFill>
                  <a:srgbClr val="2A4428"/>
                </a:solidFill>
                <a:latin typeface="Arial"/>
                <a:cs typeface="Arial"/>
              </a:rPr>
              <a:t>II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46958" y="5496156"/>
            <a:ext cx="2425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0660" algn="l"/>
              </a:tabLst>
            </a:pPr>
            <a:r>
              <a:rPr dirty="0" sz="1050" spc="-25">
                <a:solidFill>
                  <a:srgbClr val="385434"/>
                </a:solidFill>
                <a:latin typeface="Arial"/>
                <a:cs typeface="Arial"/>
              </a:rPr>
              <a:t>II</a:t>
            </a:r>
            <a:r>
              <a:rPr dirty="0" sz="1050">
                <a:solidFill>
                  <a:srgbClr val="385434"/>
                </a:solidFill>
                <a:latin typeface="Arial"/>
                <a:cs typeface="Arial"/>
              </a:rPr>
              <a:t>	</a:t>
            </a:r>
            <a:r>
              <a:rPr dirty="0" sz="1050" spc="-50">
                <a:solidFill>
                  <a:srgbClr val="11110E"/>
                </a:solidFill>
                <a:latin typeface="Arial"/>
                <a:cs typeface="Arial"/>
              </a:rPr>
              <a:t>]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21151" y="5649350"/>
            <a:ext cx="2654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A4428"/>
                </a:solidFill>
                <a:latin typeface="Arial"/>
                <a:cs typeface="Arial"/>
              </a:rPr>
              <a:t>•</a:t>
            </a:r>
            <a:r>
              <a:rPr dirty="0" sz="1050" spc="140">
                <a:solidFill>
                  <a:srgbClr val="2A44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1110E"/>
                </a:solidFill>
                <a:latin typeface="Arial"/>
                <a:cs typeface="Arial"/>
              </a:rPr>
              <a:t>•</a:t>
            </a:r>
            <a:r>
              <a:rPr dirty="0" sz="1050" spc="140">
                <a:solidFill>
                  <a:srgbClr val="11110E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385434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08272" y="5649350"/>
            <a:ext cx="546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 i="1">
                <a:solidFill>
                  <a:srgbClr val="11110E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0862" y="3421591"/>
            <a:ext cx="2114329" cy="21191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41543" y="3498188"/>
            <a:ext cx="2598331" cy="196598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1569" y="664169"/>
            <a:ext cx="9467850" cy="13919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 marR="5080" indent="15875">
              <a:lnSpc>
                <a:spcPts val="5330"/>
              </a:lnSpc>
              <a:spcBef>
                <a:spcPts val="295"/>
              </a:spcBef>
            </a:pPr>
            <a:r>
              <a:rPr dirty="0" sz="4500" spc="125">
                <a:solidFill>
                  <a:srgbClr val="131313"/>
                </a:solidFill>
              </a:rPr>
              <a:t>Automate</a:t>
            </a:r>
            <a:r>
              <a:rPr dirty="0" sz="4500" spc="65">
                <a:solidFill>
                  <a:srgbClr val="131313"/>
                </a:solidFill>
              </a:rPr>
              <a:t> </a:t>
            </a:r>
            <a:r>
              <a:rPr dirty="0" sz="4500" spc="180">
                <a:solidFill>
                  <a:srgbClr val="131313"/>
                </a:solidFill>
              </a:rPr>
              <a:t>and</a:t>
            </a:r>
            <a:r>
              <a:rPr dirty="0" sz="4500" spc="-290">
                <a:solidFill>
                  <a:srgbClr val="131313"/>
                </a:solidFill>
              </a:rPr>
              <a:t> </a:t>
            </a:r>
            <a:r>
              <a:rPr dirty="0" sz="4500" spc="95">
                <a:solidFill>
                  <a:srgbClr val="131313"/>
                </a:solidFill>
              </a:rPr>
              <a:t>Extend</a:t>
            </a:r>
            <a:r>
              <a:rPr dirty="0" sz="4500" spc="75">
                <a:solidFill>
                  <a:srgbClr val="131313"/>
                </a:solidFill>
              </a:rPr>
              <a:t> </a:t>
            </a:r>
            <a:r>
              <a:rPr dirty="0" sz="4500">
                <a:solidFill>
                  <a:srgbClr val="131313"/>
                </a:solidFill>
              </a:rPr>
              <a:t>Your</a:t>
            </a:r>
            <a:r>
              <a:rPr dirty="0" sz="4500" spc="-150">
                <a:solidFill>
                  <a:srgbClr val="131313"/>
                </a:solidFill>
              </a:rPr>
              <a:t> </a:t>
            </a:r>
            <a:r>
              <a:rPr dirty="0" sz="4500" spc="45">
                <a:solidFill>
                  <a:srgbClr val="131313"/>
                </a:solidFill>
              </a:rPr>
              <a:t>Entire </a:t>
            </a:r>
            <a:r>
              <a:rPr dirty="0" sz="4500" spc="125">
                <a:solidFill>
                  <a:srgbClr val="131313"/>
                </a:solidFill>
              </a:rPr>
              <a:t>Development</a:t>
            </a:r>
            <a:r>
              <a:rPr dirty="0" sz="4500" spc="229">
                <a:solidFill>
                  <a:srgbClr val="131313"/>
                </a:solidFill>
              </a:rPr>
              <a:t> </a:t>
            </a:r>
            <a:r>
              <a:rPr dirty="0" sz="4500" spc="80">
                <a:solidFill>
                  <a:srgbClr val="131313"/>
                </a:solidFill>
              </a:rPr>
              <a:t>Workflow.</a:t>
            </a:r>
            <a:endParaRPr sz="4500"/>
          </a:p>
        </p:txBody>
      </p:sp>
      <p:sp>
        <p:nvSpPr>
          <p:cNvPr id="5" name="object 5"/>
          <p:cNvSpPr txBox="1"/>
          <p:nvPr/>
        </p:nvSpPr>
        <p:spPr>
          <a:xfrm>
            <a:off x="1864747" y="2464196"/>
            <a:ext cx="14399894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743825" algn="l"/>
              </a:tabLst>
            </a:pPr>
            <a:r>
              <a:rPr dirty="0" sz="3400" spc="80" b="1">
                <a:solidFill>
                  <a:srgbClr val="130F49"/>
                </a:solidFill>
                <a:latin typeface="Arial"/>
                <a:cs typeface="Arial"/>
              </a:rPr>
              <a:t>Create</a:t>
            </a:r>
            <a:r>
              <a:rPr dirty="0" sz="3400" spc="-90" b="1">
                <a:solidFill>
                  <a:srgbClr val="130F49"/>
                </a:solidFill>
                <a:latin typeface="Arial"/>
                <a:cs typeface="Arial"/>
              </a:rPr>
              <a:t> </a:t>
            </a:r>
            <a:r>
              <a:rPr dirty="0" sz="3400" spc="65" b="1">
                <a:solidFill>
                  <a:srgbClr val="130F49"/>
                </a:solidFill>
                <a:latin typeface="Arial"/>
                <a:cs typeface="Arial"/>
              </a:rPr>
              <a:t>Self-</a:t>
            </a:r>
            <a:r>
              <a:rPr dirty="0" sz="3400" spc="80" b="1">
                <a:solidFill>
                  <a:srgbClr val="130F49"/>
                </a:solidFill>
                <a:latin typeface="Arial"/>
                <a:cs typeface="Arial"/>
              </a:rPr>
              <a:t>Healing</a:t>
            </a:r>
            <a:r>
              <a:rPr dirty="0" sz="3400" spc="145" b="1">
                <a:solidFill>
                  <a:srgbClr val="130F49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130F49"/>
                </a:solidFill>
                <a:latin typeface="Arial"/>
                <a:cs typeface="Arial"/>
              </a:rPr>
              <a:t>Tests</a:t>
            </a:r>
            <a:r>
              <a:rPr dirty="0" sz="3400" b="1">
                <a:solidFill>
                  <a:srgbClr val="130F49"/>
                </a:solidFill>
                <a:latin typeface="Arial"/>
                <a:cs typeface="Arial"/>
              </a:rPr>
              <a:t>	</a:t>
            </a:r>
            <a:r>
              <a:rPr dirty="0" sz="3400" spc="75" b="1">
                <a:solidFill>
                  <a:srgbClr val="130F49"/>
                </a:solidFill>
                <a:latin typeface="Arial"/>
                <a:cs typeface="Arial"/>
              </a:rPr>
              <a:t>Connect</a:t>
            </a:r>
            <a:r>
              <a:rPr dirty="0" sz="3400" spc="60" b="1">
                <a:solidFill>
                  <a:srgbClr val="130F49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130F49"/>
                </a:solidFill>
                <a:latin typeface="Arial"/>
                <a:cs typeface="Arial"/>
              </a:rPr>
              <a:t>Requirements</a:t>
            </a:r>
            <a:r>
              <a:rPr dirty="0" sz="3400" spc="305" b="1">
                <a:solidFill>
                  <a:srgbClr val="130F49"/>
                </a:solidFill>
                <a:latin typeface="Arial"/>
                <a:cs typeface="Arial"/>
              </a:rPr>
              <a:t> </a:t>
            </a:r>
            <a:r>
              <a:rPr dirty="0" sz="3400" spc="105" b="1">
                <a:solidFill>
                  <a:srgbClr val="130F49"/>
                </a:solidFill>
                <a:latin typeface="Arial"/>
                <a:cs typeface="Arial"/>
              </a:rPr>
              <a:t>to</a:t>
            </a:r>
            <a:r>
              <a:rPr dirty="0" sz="3400" spc="-65" b="1">
                <a:solidFill>
                  <a:srgbClr val="130F49"/>
                </a:solidFill>
                <a:latin typeface="Arial"/>
                <a:cs typeface="Arial"/>
              </a:rPr>
              <a:t> </a:t>
            </a:r>
            <a:r>
              <a:rPr dirty="0" sz="3400" spc="35" b="1">
                <a:solidFill>
                  <a:srgbClr val="130F49"/>
                </a:solidFill>
                <a:latin typeface="Arial"/>
                <a:cs typeface="Arial"/>
              </a:rPr>
              <a:t>Code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7" y="6005525"/>
            <a:ext cx="7146925" cy="91948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603250" marR="5080" indent="-591185">
              <a:lnSpc>
                <a:spcPts val="3520"/>
              </a:lnSpc>
              <a:spcBef>
                <a:spcPts val="195"/>
              </a:spcBef>
              <a:tabLst>
                <a:tab pos="599440" algn="l"/>
                <a:tab pos="2098675" algn="l"/>
              </a:tabLst>
            </a:pPr>
            <a:r>
              <a:rPr dirty="0" sz="3350" spc="-25" b="1">
                <a:solidFill>
                  <a:srgbClr val="4244AA"/>
                </a:solidFill>
                <a:latin typeface="Times New Roman"/>
                <a:cs typeface="Times New Roman"/>
              </a:rPr>
              <a:t>1.</a:t>
            </a:r>
            <a:r>
              <a:rPr dirty="0" sz="3350" b="1">
                <a:solidFill>
                  <a:srgbClr val="4244AA"/>
                </a:solidFill>
                <a:latin typeface="Times New Roman"/>
                <a:cs typeface="Times New Roman"/>
              </a:rPr>
              <a:t>	</a:t>
            </a:r>
            <a:r>
              <a:rPr dirty="0" sz="2700">
                <a:solidFill>
                  <a:srgbClr val="131313"/>
                </a:solidFill>
                <a:latin typeface="Arial"/>
                <a:cs typeface="Arial"/>
              </a:rPr>
              <a:t>Run</a:t>
            </a:r>
            <a:r>
              <a:rPr dirty="0" sz="2700" spc="-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u="heavy" sz="2600" spc="-25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npm</a:t>
            </a:r>
            <a:r>
              <a:rPr dirty="0" u="heavy" sz="2600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2700" spc="315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test:e2e</a:t>
            </a:r>
            <a:r>
              <a:rPr dirty="0" sz="2700" spc="2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131313"/>
                </a:solidFill>
                <a:latin typeface="Arial"/>
                <a:cs typeface="Arial"/>
              </a:rPr>
              <a:t>via</a:t>
            </a:r>
            <a:r>
              <a:rPr dirty="0" sz="2700" spc="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2700" spc="-1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55">
                <a:solidFill>
                  <a:srgbClr val="131313"/>
                </a:solidFill>
                <a:latin typeface="Arial"/>
                <a:cs typeface="Arial"/>
              </a:rPr>
              <a:t>Playwright</a:t>
            </a:r>
            <a:r>
              <a:rPr dirty="0" sz="2700" spc="2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-25">
                <a:solidFill>
                  <a:srgbClr val="131313"/>
                </a:solidFill>
                <a:latin typeface="Arial"/>
                <a:cs typeface="Arial"/>
              </a:rPr>
              <a:t>MCP </a:t>
            </a:r>
            <a:r>
              <a:rPr dirty="0" sz="2700" spc="-10">
                <a:solidFill>
                  <a:srgbClr val="131313"/>
                </a:solidFill>
                <a:latin typeface="Arial"/>
                <a:cs typeface="Arial"/>
              </a:rPr>
              <a:t>server.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2175" y="7072775"/>
            <a:ext cx="7216140" cy="20986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586105" marR="5080" indent="-574040">
              <a:lnSpc>
                <a:spcPts val="3520"/>
              </a:lnSpc>
              <a:spcBef>
                <a:spcPts val="700"/>
              </a:spcBef>
              <a:buClr>
                <a:srgbClr val="4244AA"/>
              </a:buClr>
              <a:buAutoNum type="arabicPeriod" startAt="2"/>
              <a:tabLst>
                <a:tab pos="586105" algn="l"/>
                <a:tab pos="588010" algn="l"/>
              </a:tabLst>
            </a:pPr>
            <a:r>
              <a:rPr dirty="0" sz="3400" b="1">
                <a:solidFill>
                  <a:srgbClr val="6262A8"/>
                </a:solidFill>
                <a:latin typeface="Times New Roman"/>
                <a:cs typeface="Times New Roman"/>
              </a:rPr>
              <a:t>	</a:t>
            </a:r>
            <a:r>
              <a:rPr dirty="0" sz="270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2700" spc="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131313"/>
                </a:solidFill>
                <a:latin typeface="Arial"/>
                <a:cs typeface="Arial"/>
              </a:rPr>
              <a:t>Al</a:t>
            </a:r>
            <a:r>
              <a:rPr dirty="0" sz="2700" spc="-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31313"/>
                </a:solidFill>
                <a:latin typeface="Arial"/>
                <a:cs typeface="Arial"/>
              </a:rPr>
              <a:t>agent</a:t>
            </a:r>
            <a:r>
              <a:rPr dirty="0" sz="2700" spc="70">
                <a:solidFill>
                  <a:srgbClr val="131313"/>
                </a:solidFill>
                <a:latin typeface="Arial"/>
                <a:cs typeface="Arial"/>
              </a:rPr>
              <a:t> sees</a:t>
            </a:r>
            <a:r>
              <a:rPr dirty="0" sz="2700" spc="-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55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2700" spc="2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31313"/>
                </a:solidFill>
                <a:latin typeface="Arial"/>
                <a:cs typeface="Arial"/>
              </a:rPr>
              <a:t>test</a:t>
            </a:r>
            <a:r>
              <a:rPr dirty="0" sz="2700" spc="114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55">
                <a:solidFill>
                  <a:srgbClr val="131313"/>
                </a:solidFill>
                <a:latin typeface="Arial"/>
                <a:cs typeface="Arial"/>
              </a:rPr>
              <a:t>failure</a:t>
            </a:r>
            <a:r>
              <a:rPr dirty="0" sz="2700" spc="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2700" spc="-9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55">
                <a:solidFill>
                  <a:srgbClr val="131313"/>
                </a:solidFill>
                <a:latin typeface="Arial"/>
                <a:cs typeface="Arial"/>
              </a:rPr>
              <a:t>the </a:t>
            </a:r>
            <a:r>
              <a:rPr dirty="0" sz="2700" spc="70">
                <a:solidFill>
                  <a:srgbClr val="131313"/>
                </a:solidFill>
                <a:latin typeface="Arial"/>
                <a:cs typeface="Arial"/>
              </a:rPr>
              <a:t>resulting</a:t>
            </a:r>
            <a:r>
              <a:rPr dirty="0" sz="2700" spc="6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45">
                <a:solidFill>
                  <a:srgbClr val="131313"/>
                </a:solidFill>
                <a:latin typeface="Arial"/>
                <a:cs typeface="Arial"/>
              </a:rPr>
              <a:t>screenshot.</a:t>
            </a:r>
            <a:endParaRPr sz="2700">
              <a:latin typeface="Arial"/>
              <a:cs typeface="Arial"/>
            </a:endParaRPr>
          </a:p>
          <a:p>
            <a:pPr marL="583565" marR="1003300" indent="-567690">
              <a:lnSpc>
                <a:spcPct val="103699"/>
              </a:lnSpc>
              <a:spcBef>
                <a:spcPts val="1125"/>
              </a:spcBef>
              <a:buClr>
                <a:srgbClr val="4244AA"/>
              </a:buClr>
              <a:buAutoNum type="arabicPeriod" startAt="2"/>
              <a:tabLst>
                <a:tab pos="583565" algn="l"/>
                <a:tab pos="588010" algn="l"/>
              </a:tabLst>
            </a:pPr>
            <a:r>
              <a:rPr dirty="0" sz="3350" b="1">
                <a:solidFill>
                  <a:srgbClr val="6262A8"/>
                </a:solidFill>
                <a:latin typeface="Times New Roman"/>
                <a:cs typeface="Times New Roman"/>
              </a:rPr>
              <a:t>	</a:t>
            </a:r>
            <a:r>
              <a:rPr dirty="0" sz="270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2700" spc="8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60">
                <a:solidFill>
                  <a:srgbClr val="131313"/>
                </a:solidFill>
                <a:latin typeface="Arial"/>
                <a:cs typeface="Arial"/>
              </a:rPr>
              <a:t>agent</a:t>
            </a:r>
            <a:r>
              <a:rPr dirty="0" sz="2700" spc="1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50">
                <a:solidFill>
                  <a:srgbClr val="131313"/>
                </a:solidFill>
                <a:latin typeface="Arial"/>
                <a:cs typeface="Arial"/>
              </a:rPr>
              <a:t>diagnoses</a:t>
            </a:r>
            <a:r>
              <a:rPr dirty="0" sz="2700" spc="2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2700" spc="1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131313"/>
                </a:solidFill>
                <a:latin typeface="Arial"/>
                <a:cs typeface="Arial"/>
              </a:rPr>
              <a:t>issue</a:t>
            </a:r>
            <a:r>
              <a:rPr dirty="0" sz="2700" spc="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45">
                <a:solidFill>
                  <a:srgbClr val="131313"/>
                </a:solidFill>
                <a:latin typeface="Arial"/>
                <a:cs typeface="Arial"/>
              </a:rPr>
              <a:t>and </a:t>
            </a:r>
            <a:r>
              <a:rPr dirty="0" sz="2700" spc="100">
                <a:solidFill>
                  <a:srgbClr val="131313"/>
                </a:solidFill>
                <a:latin typeface="Arial"/>
                <a:cs typeface="Arial"/>
              </a:rPr>
              <a:t>attempts</a:t>
            </a:r>
            <a:r>
              <a:rPr dirty="0" sz="2700" spc="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2700" spc="-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131313"/>
                </a:solidFill>
                <a:latin typeface="Arial"/>
                <a:cs typeface="Arial"/>
              </a:rPr>
              <a:t>fix.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40818" y="6038717"/>
            <a:ext cx="7258684" cy="439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445"/>
              </a:lnSpc>
              <a:tabLst>
                <a:tab pos="601980" algn="l"/>
              </a:tabLst>
            </a:pPr>
            <a:r>
              <a:rPr dirty="0" sz="3150" spc="-25" b="1">
                <a:solidFill>
                  <a:srgbClr val="4244AA"/>
                </a:solidFill>
                <a:latin typeface="Arial"/>
                <a:cs typeface="Arial"/>
              </a:rPr>
              <a:t>1.</a:t>
            </a:r>
            <a:r>
              <a:rPr dirty="0" sz="3150" b="1">
                <a:solidFill>
                  <a:srgbClr val="4244AA"/>
                </a:solidFill>
                <a:latin typeface="Arial"/>
                <a:cs typeface="Arial"/>
              </a:rPr>
              <a:t>	</a:t>
            </a:r>
            <a:r>
              <a:rPr dirty="0" sz="2700" spc="60">
                <a:solidFill>
                  <a:srgbClr val="131313"/>
                </a:solidFill>
                <a:latin typeface="Arial"/>
                <a:cs typeface="Arial"/>
              </a:rPr>
              <a:t>Fetch</a:t>
            </a:r>
            <a:r>
              <a:rPr dirty="0" sz="2700" spc="-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u="heavy" sz="2700" spc="60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"Acceptance</a:t>
            </a:r>
            <a:r>
              <a:rPr dirty="0" u="heavy" sz="2700" spc="35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700" spc="70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Criteria"</a:t>
            </a:r>
            <a:r>
              <a:rPr dirty="0" sz="2700" spc="6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31313"/>
                </a:solidFill>
                <a:latin typeface="Arial"/>
                <a:cs typeface="Arial"/>
              </a:rPr>
              <a:t>from</a:t>
            </a:r>
            <a:r>
              <a:rPr dirty="0" sz="2700" spc="-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2700" spc="-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31313"/>
                </a:solidFill>
                <a:latin typeface="Arial"/>
                <a:cs typeface="Arial"/>
              </a:rPr>
              <a:t>ticket.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2119" y="6569865"/>
            <a:ext cx="6780530" cy="139319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60"/>
              </a:spcBef>
              <a:buClr>
                <a:srgbClr val="4244AA"/>
              </a:buClr>
              <a:buSzPct val="125925"/>
              <a:buFont typeface="Times New Roman"/>
              <a:buAutoNum type="arabicPeriod" startAt="2"/>
              <a:tabLst>
                <a:tab pos="577850" algn="l"/>
              </a:tabLst>
            </a:pPr>
            <a:r>
              <a:rPr dirty="0" sz="2700" spc="50">
                <a:solidFill>
                  <a:srgbClr val="131313"/>
                </a:solidFill>
                <a:latin typeface="Arial"/>
                <a:cs typeface="Arial"/>
              </a:rPr>
              <a:t>Generate</a:t>
            </a:r>
            <a:r>
              <a:rPr dirty="0" sz="2700" spc="2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131313"/>
                </a:solidFill>
                <a:latin typeface="Arial"/>
                <a:cs typeface="Arial"/>
              </a:rPr>
              <a:t>an</a:t>
            </a:r>
            <a:r>
              <a:rPr dirty="0" sz="2700" spc="-15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u="heavy" sz="2700" spc="95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implementation</a:t>
            </a:r>
            <a:r>
              <a:rPr dirty="0" u="heavy" sz="2700" spc="-95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700" spc="40">
                <a:solidFill>
                  <a:srgbClr val="131313"/>
                </a:solidFill>
                <a:uFill>
                  <a:solidFill>
                    <a:srgbClr val="131313"/>
                  </a:solidFill>
                </a:uFill>
                <a:latin typeface="Arial"/>
                <a:cs typeface="Arial"/>
              </a:rPr>
              <a:t>plan</a:t>
            </a:r>
            <a:r>
              <a:rPr dirty="0" sz="2700" spc="40">
                <a:solidFill>
                  <a:srgbClr val="131313"/>
                </a:solidFill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581660" indent="-565785">
              <a:lnSpc>
                <a:spcPct val="100000"/>
              </a:lnSpc>
              <a:spcBef>
                <a:spcPts val="1800"/>
              </a:spcBef>
              <a:buClr>
                <a:srgbClr val="4244AA"/>
              </a:buClr>
              <a:buSzPct val="124074"/>
              <a:buFont typeface="Times New Roman"/>
              <a:buAutoNum type="arabicPeriod" startAt="2"/>
              <a:tabLst>
                <a:tab pos="581660" algn="l"/>
              </a:tabLst>
            </a:pPr>
            <a:r>
              <a:rPr dirty="0" sz="2700" spc="65">
                <a:solidFill>
                  <a:srgbClr val="131313"/>
                </a:solidFill>
                <a:latin typeface="Arial"/>
                <a:cs typeface="Arial"/>
              </a:rPr>
              <a:t>Update</a:t>
            </a:r>
            <a:r>
              <a:rPr dirty="0" sz="2700" spc="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131313"/>
                </a:solidFill>
                <a:latin typeface="Arial"/>
                <a:cs typeface="Arial"/>
              </a:rPr>
              <a:t>ticket</a:t>
            </a:r>
            <a:r>
              <a:rPr dirty="0" sz="2700" spc="1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131313"/>
                </a:solidFill>
                <a:latin typeface="Arial"/>
                <a:cs typeface="Arial"/>
              </a:rPr>
              <a:t>status</a:t>
            </a:r>
            <a:r>
              <a:rPr dirty="0" sz="2700" spc="2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114">
                <a:solidFill>
                  <a:srgbClr val="131313"/>
                </a:solidFill>
                <a:latin typeface="Arial"/>
                <a:cs typeface="Arial"/>
              </a:rPr>
              <a:t>upon</a:t>
            </a:r>
            <a:r>
              <a:rPr dirty="0" sz="2700" spc="-1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-120">
                <a:solidFill>
                  <a:srgbClr val="131313"/>
                </a:solidFill>
                <a:latin typeface="Arial"/>
                <a:cs typeface="Arial"/>
              </a:rPr>
              <a:t>PR</a:t>
            </a:r>
            <a:r>
              <a:rPr dirty="0" sz="2700" spc="-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131313"/>
                </a:solidFill>
                <a:latin typeface="Arial"/>
                <a:cs typeface="Arial"/>
              </a:rPr>
              <a:t>creation.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8869" y="2987542"/>
            <a:ext cx="8406366" cy="8170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9817" y="3906705"/>
            <a:ext cx="1324639" cy="382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9817" y="4672674"/>
            <a:ext cx="1324639" cy="1021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59817" y="4927996"/>
            <a:ext cx="1324639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59817" y="5208851"/>
            <a:ext cx="1324639" cy="1276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59817" y="5923756"/>
            <a:ext cx="1834116" cy="58724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285517" y="3830108"/>
            <a:ext cx="5655310" cy="2630170"/>
            <a:chOff x="7285517" y="3830108"/>
            <a:chExt cx="5655310" cy="2630170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5517" y="3830108"/>
              <a:ext cx="5629718" cy="26298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90595" y="4391818"/>
              <a:ext cx="433055" cy="1021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39647" y="4596076"/>
              <a:ext cx="1401061" cy="8425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90595" y="5540771"/>
              <a:ext cx="433055" cy="7659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59817" y="6842918"/>
            <a:ext cx="2318119" cy="15319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59817" y="7098241"/>
            <a:ext cx="3617285" cy="43404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496132" y="7174836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966183" y="3983301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483395" y="5821625"/>
            <a:ext cx="8559800" cy="1864360"/>
            <a:chOff x="4483395" y="5821625"/>
            <a:chExt cx="8559800" cy="1864360"/>
          </a:xfrm>
        </p:grpSpPr>
        <p:sp>
          <p:nvSpPr>
            <p:cNvPr id="18" name="object 18"/>
            <p:cNvSpPr/>
            <p:nvPr/>
          </p:nvSpPr>
          <p:spPr>
            <a:xfrm>
              <a:off x="13017131" y="5821625"/>
              <a:ext cx="0" cy="1864360"/>
            </a:xfrm>
            <a:custGeom>
              <a:avLst/>
              <a:gdLst/>
              <a:ahLst/>
              <a:cxnLst/>
              <a:rect l="l" t="t" r="r" b="b"/>
              <a:pathLst>
                <a:path w="0" h="1864359">
                  <a:moveTo>
                    <a:pt x="0" y="1863856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83395" y="7659949"/>
              <a:ext cx="8559800" cy="0"/>
            </a:xfrm>
            <a:custGeom>
              <a:avLst/>
              <a:gdLst/>
              <a:ahLst/>
              <a:cxnLst/>
              <a:rect l="l" t="t" r="r" b="b"/>
              <a:pathLst>
                <a:path w="8559800" h="0">
                  <a:moveTo>
                    <a:pt x="0" y="0"/>
                  </a:moveTo>
                  <a:lnTo>
                    <a:pt x="855920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48980" y="619489"/>
            <a:ext cx="11277600" cy="1677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875">
              <a:lnSpc>
                <a:spcPts val="6484"/>
              </a:lnSpc>
              <a:spcBef>
                <a:spcPts val="125"/>
              </a:spcBef>
            </a:pPr>
            <a:r>
              <a:rPr dirty="0" sz="5450" spc="175" b="1">
                <a:solidFill>
                  <a:srgbClr val="161616"/>
                </a:solidFill>
                <a:latin typeface="Arial"/>
                <a:cs typeface="Arial"/>
              </a:rPr>
              <a:t>Stop</a:t>
            </a:r>
            <a:r>
              <a:rPr dirty="0" sz="5450" spc="-15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160" b="1">
                <a:solidFill>
                  <a:srgbClr val="161616"/>
                </a:solidFill>
                <a:latin typeface="Arial"/>
                <a:cs typeface="Arial"/>
              </a:rPr>
              <a:t>Wrestling</a:t>
            </a:r>
            <a:r>
              <a:rPr dirty="0" sz="5450" spc="21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290" b="1">
                <a:solidFill>
                  <a:srgbClr val="161616"/>
                </a:solidFill>
                <a:latin typeface="Arial"/>
                <a:cs typeface="Arial"/>
              </a:rPr>
              <a:t>with</a:t>
            </a:r>
            <a:r>
              <a:rPr dirty="0" sz="5450" spc="-254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114" b="1">
                <a:solidFill>
                  <a:srgbClr val="161616"/>
                </a:solidFill>
                <a:latin typeface="Arial"/>
                <a:cs typeface="Arial"/>
              </a:rPr>
              <a:t>JSON.</a:t>
            </a:r>
            <a:endParaRPr sz="5450">
              <a:latin typeface="Arial"/>
              <a:cs typeface="Arial"/>
            </a:endParaRPr>
          </a:p>
          <a:p>
            <a:pPr marL="12700">
              <a:lnSpc>
                <a:spcPts val="6484"/>
              </a:lnSpc>
            </a:pPr>
            <a:r>
              <a:rPr dirty="0" sz="5450" spc="180" b="1">
                <a:solidFill>
                  <a:srgbClr val="161616"/>
                </a:solidFill>
                <a:latin typeface="Arial"/>
                <a:cs typeface="Arial"/>
              </a:rPr>
              <a:t>Take</a:t>
            </a:r>
            <a:r>
              <a:rPr dirty="0" sz="5450" spc="-21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185" b="1">
                <a:solidFill>
                  <a:srgbClr val="161616"/>
                </a:solidFill>
                <a:latin typeface="Arial"/>
                <a:cs typeface="Arial"/>
              </a:rPr>
              <a:t>Command</a:t>
            </a:r>
            <a:r>
              <a:rPr dirty="0" sz="5450" spc="7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204" b="1">
                <a:solidFill>
                  <a:srgbClr val="161616"/>
                </a:solidFill>
                <a:latin typeface="Arial"/>
                <a:cs typeface="Arial"/>
              </a:rPr>
              <a:t>of</a:t>
            </a:r>
            <a:r>
              <a:rPr dirty="0" sz="5450" spc="-40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b="1">
                <a:solidFill>
                  <a:srgbClr val="161616"/>
                </a:solidFill>
                <a:latin typeface="Arial"/>
                <a:cs typeface="Arial"/>
              </a:rPr>
              <a:t>Your</a:t>
            </a:r>
            <a:r>
              <a:rPr dirty="0" sz="5450" spc="-30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215" b="1">
                <a:solidFill>
                  <a:srgbClr val="161616"/>
                </a:solidFill>
                <a:latin typeface="Arial"/>
                <a:cs typeface="Arial"/>
              </a:rPr>
              <a:t>Al</a:t>
            </a:r>
            <a:r>
              <a:rPr dirty="0" sz="5450" spc="-31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5450" spc="-10" b="1">
                <a:solidFill>
                  <a:srgbClr val="161616"/>
                </a:solidFill>
                <a:latin typeface="Arial"/>
                <a:cs typeface="Arial"/>
              </a:rPr>
              <a:t>Tools.</a:t>
            </a:r>
            <a:endParaRPr sz="5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15001" y="2547176"/>
            <a:ext cx="1663700" cy="401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275">
                <a:solidFill>
                  <a:srgbClr val="CA5B56"/>
                </a:solidFill>
                <a:latin typeface="Courier New"/>
                <a:cs typeface="Courier New"/>
              </a:rPr>
              <a:t>•</a:t>
            </a:r>
            <a:r>
              <a:rPr dirty="0" sz="850" spc="275">
                <a:solidFill>
                  <a:srgbClr val="E2B55D"/>
                </a:solidFill>
                <a:latin typeface="Courier New"/>
                <a:cs typeface="Courier New"/>
              </a:rPr>
              <a:t>•</a:t>
            </a:r>
            <a:r>
              <a:rPr dirty="0" sz="850" spc="275">
                <a:solidFill>
                  <a:srgbClr val="46A154"/>
                </a:solidFill>
                <a:latin typeface="Courier New"/>
                <a:cs typeface="Courier New"/>
              </a:rPr>
              <a:t>•</a:t>
            </a:r>
            <a:endParaRPr sz="850">
              <a:latin typeface="Courier New"/>
              <a:cs typeface="Courier New"/>
            </a:endParaRPr>
          </a:p>
          <a:p>
            <a:pPr marL="60960">
              <a:lnSpc>
                <a:spcPct val="100000"/>
              </a:lnSpc>
              <a:spcBef>
                <a:spcPts val="790"/>
              </a:spcBef>
            </a:pPr>
            <a:r>
              <a:rPr dirty="0" sz="950" spc="-10">
                <a:solidFill>
                  <a:srgbClr val="2D2F2D"/>
                </a:solidFill>
                <a:latin typeface="Arial"/>
                <a:cs typeface="Arial"/>
              </a:rPr>
              <a:t>MCPConfigurationMa</a:t>
            </a:r>
            <a:r>
              <a:rPr dirty="0" sz="950" spc="-10">
                <a:latin typeface="Arial"/>
                <a:cs typeface="Arial"/>
              </a:rPr>
              <a:t>.</a:t>
            </a:r>
            <a:r>
              <a:rPr dirty="0" sz="950" spc="-10">
                <a:solidFill>
                  <a:srgbClr val="2D2F2D"/>
                </a:solidFill>
                <a:latin typeface="Arial"/>
                <a:cs typeface="Arial"/>
              </a:rPr>
              <a:t>nager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01098" y="2547176"/>
            <a:ext cx="7213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125">
                <a:solidFill>
                  <a:srgbClr val="878787"/>
                </a:solidFill>
                <a:latin typeface="Courier New"/>
                <a:cs typeface="Courier New"/>
              </a:rPr>
              <a:t>��O�Mf"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6969" y="3574852"/>
            <a:ext cx="55435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200" spc="265" b="1">
                <a:solidFill>
                  <a:srgbClr val="4846C6"/>
                </a:solidFill>
                <a:latin typeface="Arial"/>
                <a:cs typeface="Arial"/>
              </a:rPr>
              <a:t>m</a:t>
            </a:r>
            <a:r>
              <a:rPr dirty="0" sz="2200" spc="265" b="1">
                <a:solidFill>
                  <a:srgbClr val="878787"/>
                </a:solidFill>
                <a:latin typeface="Arial"/>
                <a:cs typeface="Arial"/>
              </a:rPr>
              <a:t>•-</a:t>
            </a:r>
            <a:endParaRPr sz="2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82753" y="3447190"/>
            <a:ext cx="419100" cy="715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0" spc="-25">
                <a:solidFill>
                  <a:srgbClr val="896B4D"/>
                </a:solidFill>
                <a:latin typeface="Arial"/>
                <a:cs typeface="Arial"/>
              </a:rPr>
              <a:t>·</a:t>
            </a:r>
            <a:r>
              <a:rPr dirty="0" sz="4500" spc="-25">
                <a:solidFill>
                  <a:srgbClr val="878787"/>
                </a:solidFill>
                <a:latin typeface="Arial"/>
                <a:cs typeface="Arial"/>
              </a:rPr>
              <a:t>-</a:t>
            </a:r>
            <a:endParaRPr sz="4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44124" y="3587618"/>
            <a:ext cx="13163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924560" algn="l"/>
              </a:tabLst>
            </a:pPr>
            <a:r>
              <a:rPr dirty="0" sz="7200" spc="20">
                <a:solidFill>
                  <a:srgbClr val="5B5B5B"/>
                </a:solidFill>
                <a:latin typeface="Arial"/>
                <a:cs typeface="Arial"/>
              </a:rPr>
              <a:t>-</a:t>
            </a:r>
            <a:r>
              <a:rPr dirty="0" sz="7200">
                <a:solidFill>
                  <a:srgbClr val="5B5B5B"/>
                </a:solidFill>
                <a:latin typeface="Arial"/>
                <a:cs typeface="Arial"/>
              </a:rPr>
              <a:t>	</a:t>
            </a:r>
            <a:r>
              <a:rPr dirty="0" sz="2600" spc="-25">
                <a:solidFill>
                  <a:srgbClr val="878787"/>
                </a:solidFill>
                <a:latin typeface="Arial"/>
                <a:cs typeface="Arial"/>
              </a:rPr>
              <a:t>_,.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25773" y="4953596"/>
            <a:ext cx="246379" cy="730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130">
                <a:solidFill>
                  <a:srgbClr val="878787"/>
                </a:solidFill>
                <a:latin typeface="Arial"/>
                <a:cs typeface="Arial"/>
              </a:rPr>
              <a:t>·</a:t>
            </a:r>
            <a:endParaRPr sz="4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81274" y="4928062"/>
            <a:ext cx="467359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ts val="430"/>
              </a:lnSpc>
              <a:spcBef>
                <a:spcPts val="100"/>
              </a:spcBef>
            </a:pPr>
            <a:r>
              <a:rPr dirty="0" sz="700">
                <a:solidFill>
                  <a:srgbClr val="A0A0A0"/>
                </a:solidFill>
                <a:latin typeface="Arial"/>
                <a:cs typeface="Arial"/>
              </a:rPr>
              <a:t>•11</a:t>
            </a:r>
            <a:r>
              <a:rPr dirty="0" sz="700" spc="28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BFBFBF"/>
                </a:solidFill>
                <a:latin typeface="Arial"/>
                <a:cs typeface="Arial"/>
              </a:rPr>
              <a:t>O</a:t>
            </a:r>
            <a:r>
              <a:rPr dirty="0" sz="700" spc="-20">
                <a:solidFill>
                  <a:srgbClr val="A0A0A0"/>
                </a:solidFill>
                <a:latin typeface="Arial"/>
                <a:cs typeface="Arial"/>
              </a:rPr>
              <a:t>VIN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5110"/>
              </a:lnSpc>
            </a:pPr>
            <a:r>
              <a:rPr dirty="0" baseline="-2415" sz="6900" spc="-2017">
                <a:solidFill>
                  <a:srgbClr val="BDA385"/>
                </a:solidFill>
                <a:latin typeface="Arial"/>
                <a:cs typeface="Arial"/>
              </a:rPr>
              <a:t>·</a:t>
            </a:r>
            <a:r>
              <a:rPr dirty="0" sz="850" spc="30">
                <a:solidFill>
                  <a:srgbClr val="A0A0A0"/>
                </a:solidFill>
                <a:latin typeface="Times New Roman"/>
                <a:cs typeface="Times New Roman"/>
              </a:rPr>
              <a:t>a</a:t>
            </a:r>
            <a:r>
              <a:rPr dirty="0" sz="850" spc="-35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BFBFBF"/>
                </a:solidFill>
                <a:latin typeface="Times New Roman"/>
                <a:cs typeface="Times New Roman"/>
              </a:rPr>
              <a:t>-</a:t>
            </a:r>
            <a:r>
              <a:rPr dirty="0" sz="850" spc="310">
                <a:solidFill>
                  <a:srgbClr val="BFBFBF"/>
                </a:solidFill>
                <a:latin typeface="Times New Roman"/>
                <a:cs typeface="Times New Roman"/>
              </a:rPr>
              <a:t> </a:t>
            </a:r>
            <a:r>
              <a:rPr dirty="0" sz="850" spc="-285">
                <a:solidFill>
                  <a:srgbClr val="BFBFBF"/>
                </a:solidFill>
                <a:latin typeface="Times New Roman"/>
                <a:cs typeface="Times New Roman"/>
              </a:rPr>
              <a:t>o</a:t>
            </a:r>
            <a:r>
              <a:rPr dirty="0" baseline="-2415" sz="6900" spc="-1837">
                <a:solidFill>
                  <a:srgbClr val="878787"/>
                </a:solidFill>
                <a:latin typeface="Arial"/>
                <a:cs typeface="Arial"/>
              </a:rPr>
              <a:t>-</a:t>
            </a:r>
            <a:r>
              <a:rPr dirty="0" sz="850" spc="-50">
                <a:solidFill>
                  <a:srgbClr val="BFBFBF"/>
                </a:solidFill>
                <a:latin typeface="Times New Roman"/>
                <a:cs typeface="Times New Roman"/>
              </a:rPr>
              <a:t>-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83490" y="5955738"/>
            <a:ext cx="81026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560">
                <a:solidFill>
                  <a:srgbClr val="A5855B"/>
                </a:solidFill>
                <a:latin typeface="Arial"/>
                <a:cs typeface="Arial"/>
              </a:rPr>
              <a:t>·</a:t>
            </a:r>
            <a:r>
              <a:rPr dirty="0" sz="4450" spc="560">
                <a:solidFill>
                  <a:srgbClr val="878787"/>
                </a:solidFill>
                <a:latin typeface="Arial"/>
                <a:cs typeface="Arial"/>
              </a:rPr>
              <a:t>-</a:t>
            </a:r>
            <a:r>
              <a:rPr dirty="0" sz="4450" spc="500">
                <a:solidFill>
                  <a:srgbClr val="A0A0A0"/>
                </a:solidFill>
                <a:latin typeface="Arial"/>
                <a:cs typeface="Arial"/>
              </a:rPr>
              <a:t>·</a:t>
            </a:r>
            <a:endParaRPr sz="4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03672" y="6402552"/>
            <a:ext cx="3606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135">
                <a:solidFill>
                  <a:srgbClr val="BFBFBF"/>
                </a:solidFill>
                <a:latin typeface="Times New Roman"/>
                <a:cs typeface="Times New Roman"/>
              </a:rPr>
              <a:t>•-</a:t>
            </a:r>
            <a:r>
              <a:rPr dirty="0" sz="1050" spc="170">
                <a:solidFill>
                  <a:srgbClr val="BFBFBF"/>
                </a:solidFill>
                <a:latin typeface="Times New Roman"/>
                <a:cs typeface="Times New Roman"/>
              </a:rPr>
              <a:t> </a:t>
            </a:r>
            <a:r>
              <a:rPr dirty="0" sz="1050" spc="130">
                <a:solidFill>
                  <a:srgbClr val="BFBFBF"/>
                </a:solidFill>
                <a:latin typeface="Times New Roman"/>
                <a:cs typeface="Times New Roman"/>
              </a:rPr>
              <a:t>o-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88512" y="5106789"/>
            <a:ext cx="26987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530">
                <a:solidFill>
                  <a:srgbClr val="4846C6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58729" y="5285515"/>
            <a:ext cx="64706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4600" spc="-3110">
                <a:solidFill>
                  <a:srgbClr val="4846C6"/>
                </a:solidFill>
                <a:latin typeface="Arial"/>
                <a:cs typeface="Arial"/>
              </a:rPr>
              <a:t>=</a:t>
            </a:r>
            <a:r>
              <a:rPr dirty="0" baseline="-20833" sz="10800" spc="-682">
                <a:solidFill>
                  <a:srgbClr val="4846C6"/>
                </a:solidFill>
                <a:latin typeface="Arial"/>
                <a:cs typeface="Arial"/>
              </a:rPr>
              <a:t>-</a:t>
            </a:r>
            <a:r>
              <a:rPr dirty="0" baseline="-20833" sz="10800" spc="-952">
                <a:solidFill>
                  <a:srgbClr val="4846C6"/>
                </a:solidFill>
                <a:latin typeface="Arial"/>
                <a:cs typeface="Arial"/>
              </a:rPr>
              <a:t> </a:t>
            </a:r>
            <a:r>
              <a:rPr dirty="0" sz="4600" spc="-434">
                <a:solidFill>
                  <a:srgbClr val="2AB58E"/>
                </a:solidFill>
                <a:latin typeface="Arial"/>
                <a:cs typeface="Arial"/>
              </a:rPr>
              <a:t>-</a:t>
            </a:r>
            <a:endParaRPr sz="4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51001" y="4716145"/>
            <a:ext cx="1567180" cy="23749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  <a:tabLst>
                <a:tab pos="972819" algn="l"/>
              </a:tabLst>
            </a:pPr>
            <a:r>
              <a:rPr dirty="0" sz="7200" spc="-3954">
                <a:solidFill>
                  <a:srgbClr val="5B5B5B"/>
                </a:solidFill>
                <a:latin typeface="Courier New"/>
                <a:cs typeface="Courier New"/>
              </a:rPr>
              <a:t>-</a:t>
            </a:r>
            <a:r>
              <a:rPr dirty="0" baseline="-20729" sz="10050" spc="352">
                <a:solidFill>
                  <a:srgbClr val="5B5B5B"/>
                </a:solidFill>
                <a:latin typeface="Times New Roman"/>
                <a:cs typeface="Times New Roman"/>
              </a:rPr>
              <a:t>-</a:t>
            </a:r>
            <a:r>
              <a:rPr dirty="0" baseline="-20729" sz="10050">
                <a:solidFill>
                  <a:srgbClr val="5B5B5B"/>
                </a:solidFill>
                <a:latin typeface="Times New Roman"/>
                <a:cs typeface="Times New Roman"/>
              </a:rPr>
              <a:t>	</a:t>
            </a:r>
            <a:r>
              <a:rPr dirty="0" sz="3450" spc="-1939">
                <a:solidFill>
                  <a:srgbClr val="878787"/>
                </a:solidFill>
                <a:latin typeface="Courier New"/>
                <a:cs typeface="Courier New"/>
              </a:rPr>
              <a:t>-</a:t>
            </a:r>
            <a:r>
              <a:rPr dirty="0" baseline="-24366" sz="8550" spc="-1357">
                <a:solidFill>
                  <a:srgbClr val="878787"/>
                </a:solidFill>
                <a:latin typeface="Arial"/>
                <a:cs typeface="Arial"/>
              </a:rPr>
              <a:t>-</a:t>
            </a:r>
            <a:r>
              <a:rPr dirty="0" sz="3450" spc="-1065">
                <a:solidFill>
                  <a:srgbClr val="878787"/>
                </a:solidFill>
                <a:latin typeface="Courier New"/>
                <a:cs typeface="Courier New"/>
              </a:rPr>
              <a:t>-</a:t>
            </a:r>
            <a:r>
              <a:rPr dirty="0" baseline="-24366" sz="8550" spc="-3307">
                <a:solidFill>
                  <a:srgbClr val="878787"/>
                </a:solidFill>
                <a:latin typeface="Arial"/>
                <a:cs typeface="Arial"/>
              </a:rPr>
              <a:t>·</a:t>
            </a:r>
            <a:r>
              <a:rPr dirty="0" sz="5900" spc="-420">
                <a:solidFill>
                  <a:srgbClr val="878787"/>
                </a:solidFill>
                <a:latin typeface="Arial"/>
                <a:cs typeface="Arial"/>
              </a:rPr>
              <a:t>.</a:t>
            </a:r>
            <a:endParaRPr sz="59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  <a:spcBef>
                <a:spcPts val="605"/>
              </a:spcBef>
              <a:tabLst>
                <a:tab pos="989965" algn="l"/>
              </a:tabLst>
            </a:pPr>
            <a:r>
              <a:rPr dirty="0" sz="7200" spc="-530">
                <a:solidFill>
                  <a:srgbClr val="5B5B5B"/>
                </a:solidFill>
                <a:latin typeface="Arial"/>
                <a:cs typeface="Arial"/>
              </a:rPr>
              <a:t>-</a:t>
            </a:r>
            <a:r>
              <a:rPr dirty="0" sz="7200">
                <a:solidFill>
                  <a:srgbClr val="5B5B5B"/>
                </a:solidFill>
                <a:latin typeface="Arial"/>
                <a:cs typeface="Arial"/>
              </a:rPr>
              <a:t>	</a:t>
            </a:r>
            <a:r>
              <a:rPr dirty="0" sz="5700" spc="110">
                <a:solidFill>
                  <a:srgbClr val="878787"/>
                </a:solidFill>
                <a:latin typeface="Arial"/>
                <a:cs typeface="Arial"/>
              </a:rPr>
              <a:t>-</a:t>
            </a:r>
            <a:r>
              <a:rPr dirty="0" sz="5700" spc="60">
                <a:solidFill>
                  <a:srgbClr val="878787"/>
                </a:solidFill>
                <a:latin typeface="Arial"/>
                <a:cs typeface="Arial"/>
              </a:rPr>
              <a:t>·</a:t>
            </a:r>
            <a:endParaRPr sz="5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620156" y="6472766"/>
            <a:ext cx="223520" cy="1036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-875">
                <a:solidFill>
                  <a:srgbClr val="5B5B5B"/>
                </a:solidFill>
                <a:latin typeface="Times New Roman"/>
                <a:cs typeface="Times New Roman"/>
              </a:rPr>
              <a:t>.</a:t>
            </a:r>
            <a:r>
              <a:rPr dirty="0" baseline="-1683" sz="9900" spc="-2579">
                <a:solidFill>
                  <a:srgbClr val="878787"/>
                </a:solidFill>
                <a:latin typeface="Times New Roman"/>
                <a:cs typeface="Times New Roman"/>
              </a:rPr>
              <a:t>-</a:t>
            </a:r>
            <a:r>
              <a:rPr dirty="0" sz="3600" spc="-415">
                <a:solidFill>
                  <a:srgbClr val="5B5B5B"/>
                </a:solidFill>
                <a:latin typeface="Times New Roman"/>
                <a:cs typeface="Times New Roman"/>
              </a:rPr>
              <a:t>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47493" y="5974886"/>
            <a:ext cx="3892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775">
                <a:solidFill>
                  <a:srgbClr val="A0A0A0"/>
                </a:solidFill>
                <a:latin typeface="Courier New"/>
                <a:cs typeface="Courier New"/>
              </a:rPr>
              <a:t>.</a:t>
            </a:r>
            <a:r>
              <a:rPr dirty="0" baseline="-29320" sz="10800" spc="-3195">
                <a:solidFill>
                  <a:srgbClr val="1DA3C3"/>
                </a:solidFill>
                <a:latin typeface="Arial"/>
                <a:cs typeface="Arial"/>
              </a:rPr>
              <a:t>-</a:t>
            </a:r>
            <a:r>
              <a:rPr dirty="0" sz="2000" spc="-434">
                <a:solidFill>
                  <a:srgbClr val="A0A0A0"/>
                </a:solidFill>
                <a:latin typeface="Courier New"/>
                <a:cs typeface="Courier New"/>
              </a:rPr>
              <a:t>,</a:t>
            </a:r>
            <a:r>
              <a:rPr dirty="0" sz="2250" spc="-434">
                <a:solidFill>
                  <a:srgbClr val="878787"/>
                </a:solidFill>
                <a:latin typeface="Courier New"/>
                <a:cs typeface="Courier New"/>
              </a:rPr>
              <a:t>.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62497" y="8145132"/>
            <a:ext cx="14135100" cy="899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700" spc="-725">
                <a:solidFill>
                  <a:srgbClr val="4846C6"/>
                </a:solidFill>
                <a:latin typeface="Courier New"/>
                <a:cs typeface="Courier New"/>
              </a:rPr>
              <a:t>github.com/itsocialist/mcp-config-</a:t>
            </a:r>
            <a:r>
              <a:rPr dirty="0" sz="5700" spc="-735">
                <a:solidFill>
                  <a:srgbClr val="4846C6"/>
                </a:solidFill>
                <a:latin typeface="Courier New"/>
                <a:cs typeface="Courier New"/>
              </a:rPr>
              <a:t>manager</a:t>
            </a:r>
            <a:endParaRPr sz="5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2025-12-17T09:09:12Z</dcterms:created>
  <dcterms:modified xsi:type="dcterms:W3CDTF">2025-12-17T09:09:12Z</dcterms:modified>
</cp:coreProperties>
</file>