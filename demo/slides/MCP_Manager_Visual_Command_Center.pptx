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rgbClr val="E1E4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E1E4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E1E4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0">
                <a:solidFill>
                  <a:srgbClr val="E1E4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8392" y="530126"/>
            <a:ext cx="14918942" cy="1126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1" i="0">
                <a:solidFill>
                  <a:srgbClr val="E1E4E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8799" y="1476096"/>
            <a:ext cx="16125190" cy="751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1550" y="753239"/>
            <a:ext cx="13609955" cy="894080"/>
          </a:xfrm>
          <a:prstGeom prst="rect"/>
          <a:solidFill>
            <a:srgbClr val="13151A"/>
          </a:solidFill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5050" spc="185">
                <a:solidFill>
                  <a:srgbClr val="FBFBFB"/>
                </a:solidFill>
              </a:rPr>
              <a:t>What</a:t>
            </a:r>
            <a:r>
              <a:rPr dirty="0" sz="5050" spc="-155">
                <a:solidFill>
                  <a:srgbClr val="FBFBFB"/>
                </a:solidFill>
              </a:rPr>
              <a:t> </a:t>
            </a:r>
            <a:r>
              <a:rPr dirty="0" sz="5050">
                <a:solidFill>
                  <a:srgbClr val="FBFBFB"/>
                </a:solidFill>
              </a:rPr>
              <a:t>is</a:t>
            </a:r>
            <a:r>
              <a:rPr dirty="0" sz="5050" spc="-520">
                <a:solidFill>
                  <a:srgbClr val="FBFBFB"/>
                </a:solidFill>
              </a:rPr>
              <a:t> </a:t>
            </a:r>
            <a:r>
              <a:rPr dirty="0" sz="5050">
                <a:solidFill>
                  <a:srgbClr val="FBFBFB"/>
                </a:solidFill>
              </a:rPr>
              <a:t>the</a:t>
            </a:r>
            <a:r>
              <a:rPr dirty="0" sz="5050" spc="484">
                <a:solidFill>
                  <a:srgbClr val="FBFBFB"/>
                </a:solidFill>
              </a:rPr>
              <a:t> </a:t>
            </a:r>
            <a:r>
              <a:rPr dirty="0" sz="5050" spc="110">
                <a:solidFill>
                  <a:srgbClr val="FBFBFB"/>
                </a:solidFill>
              </a:rPr>
              <a:t>Model</a:t>
            </a:r>
            <a:r>
              <a:rPr dirty="0" sz="5050" spc="-265">
                <a:solidFill>
                  <a:srgbClr val="FBFBFB"/>
                </a:solidFill>
              </a:rPr>
              <a:t> </a:t>
            </a:r>
            <a:r>
              <a:rPr dirty="0" sz="5050" spc="160">
                <a:solidFill>
                  <a:srgbClr val="FBFBFB"/>
                </a:solidFill>
              </a:rPr>
              <a:t>Context</a:t>
            </a:r>
            <a:r>
              <a:rPr dirty="0" sz="5050" spc="-80">
                <a:solidFill>
                  <a:srgbClr val="FBFBFB"/>
                </a:solidFill>
              </a:rPr>
              <a:t> </a:t>
            </a:r>
            <a:r>
              <a:rPr dirty="0" sz="5050">
                <a:solidFill>
                  <a:srgbClr val="FBFBFB"/>
                </a:solidFill>
              </a:rPr>
              <a:t>Protocol</a:t>
            </a:r>
            <a:r>
              <a:rPr dirty="0" sz="5050" spc="455">
                <a:solidFill>
                  <a:srgbClr val="FBFBFB"/>
                </a:solidFill>
              </a:rPr>
              <a:t> </a:t>
            </a:r>
            <a:r>
              <a:rPr dirty="0" sz="5050" spc="-10">
                <a:solidFill>
                  <a:srgbClr val="FBFBFB"/>
                </a:solidFill>
              </a:rPr>
              <a:t>(MCP)?</a:t>
            </a:r>
            <a:endParaRPr sz="5050"/>
          </a:p>
        </p:txBody>
      </p:sp>
      <p:sp>
        <p:nvSpPr>
          <p:cNvPr id="3" name="object 3"/>
          <p:cNvSpPr/>
          <p:nvPr/>
        </p:nvSpPr>
        <p:spPr>
          <a:xfrm>
            <a:off x="975118" y="2014549"/>
            <a:ext cx="13886180" cy="1203325"/>
          </a:xfrm>
          <a:custGeom>
            <a:avLst/>
            <a:gdLst/>
            <a:ahLst/>
            <a:cxnLst/>
            <a:rect l="l" t="t" r="r" b="b"/>
            <a:pathLst>
              <a:path w="13886180" h="1203325">
                <a:moveTo>
                  <a:pt x="13886040" y="0"/>
                </a:moveTo>
                <a:lnTo>
                  <a:pt x="19075" y="0"/>
                </a:lnTo>
                <a:lnTo>
                  <a:pt x="19075" y="574484"/>
                </a:lnTo>
                <a:lnTo>
                  <a:pt x="0" y="574484"/>
                </a:lnTo>
                <a:lnTo>
                  <a:pt x="0" y="1202969"/>
                </a:lnTo>
                <a:lnTo>
                  <a:pt x="8584184" y="1202969"/>
                </a:lnTo>
                <a:lnTo>
                  <a:pt x="8584184" y="628497"/>
                </a:lnTo>
                <a:lnTo>
                  <a:pt x="13886040" y="628497"/>
                </a:lnTo>
                <a:lnTo>
                  <a:pt x="13886040" y="0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62425" y="2004614"/>
            <a:ext cx="13947775" cy="116713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19050">
              <a:lnSpc>
                <a:spcPct val="101899"/>
              </a:lnSpc>
              <a:spcBef>
                <a:spcPts val="35"/>
              </a:spcBef>
            </a:pPr>
            <a:r>
              <a:rPr dirty="0" sz="3700" spc="-35">
                <a:solidFill>
                  <a:srgbClr val="E1E2E6"/>
                </a:solidFill>
                <a:latin typeface="Arial"/>
                <a:cs typeface="Arial"/>
              </a:rPr>
              <a:t>An</a:t>
            </a:r>
            <a:r>
              <a:rPr dirty="0" sz="3700" spc="-40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75">
                <a:solidFill>
                  <a:srgbClr val="E1E2E6"/>
                </a:solidFill>
                <a:latin typeface="Arial"/>
                <a:cs typeface="Arial"/>
              </a:rPr>
              <a:t>open</a:t>
            </a:r>
            <a:r>
              <a:rPr dirty="0" sz="3700" spc="-34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65">
                <a:solidFill>
                  <a:srgbClr val="E1E2E6"/>
                </a:solidFill>
                <a:latin typeface="Arial"/>
                <a:cs typeface="Arial"/>
              </a:rPr>
              <a:t>standard</a:t>
            </a:r>
            <a:r>
              <a:rPr dirty="0" sz="3700" spc="-10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195">
                <a:solidFill>
                  <a:srgbClr val="E1E2E6"/>
                </a:solidFill>
                <a:latin typeface="Arial"/>
                <a:cs typeface="Arial"/>
              </a:rPr>
              <a:t>that</a:t>
            </a:r>
            <a:r>
              <a:rPr dirty="0" sz="3700" spc="-24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110">
                <a:solidFill>
                  <a:srgbClr val="E1E2E6"/>
                </a:solidFill>
                <a:latin typeface="Arial"/>
                <a:cs typeface="Arial"/>
              </a:rPr>
              <a:t>connects</a:t>
            </a:r>
            <a:r>
              <a:rPr dirty="0" sz="3700" spc="-2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-10">
                <a:solidFill>
                  <a:srgbClr val="E1E2E6"/>
                </a:solidFill>
                <a:latin typeface="Arial"/>
                <a:cs typeface="Arial"/>
              </a:rPr>
              <a:t>Al</a:t>
            </a:r>
            <a:r>
              <a:rPr dirty="0" sz="3700" spc="-31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80">
                <a:solidFill>
                  <a:srgbClr val="E1E2E6"/>
                </a:solidFill>
                <a:latin typeface="Arial"/>
                <a:cs typeface="Arial"/>
              </a:rPr>
              <a:t>assistants</a:t>
            </a:r>
            <a:r>
              <a:rPr dirty="0" sz="3700" spc="-8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70">
                <a:solidFill>
                  <a:srgbClr val="E1E2E6"/>
                </a:solidFill>
                <a:latin typeface="Arial"/>
                <a:cs typeface="Arial"/>
              </a:rPr>
              <a:t>to</a:t>
            </a:r>
            <a:r>
              <a:rPr dirty="0" sz="3700" spc="3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>
                <a:solidFill>
                  <a:srgbClr val="E1E2E6"/>
                </a:solidFill>
                <a:latin typeface="Arial"/>
                <a:cs typeface="Arial"/>
              </a:rPr>
              <a:t>systems</a:t>
            </a:r>
            <a:r>
              <a:rPr dirty="0" sz="3700" spc="-2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70">
                <a:solidFill>
                  <a:srgbClr val="E1E2E6"/>
                </a:solidFill>
                <a:latin typeface="Arial"/>
                <a:cs typeface="Arial"/>
              </a:rPr>
              <a:t>directly. </a:t>
            </a:r>
            <a:r>
              <a:rPr dirty="0" sz="3700" spc="55">
                <a:solidFill>
                  <a:srgbClr val="E1E2E6"/>
                </a:solidFill>
                <a:latin typeface="Arial"/>
                <a:cs typeface="Arial"/>
              </a:rPr>
              <a:t>It</a:t>
            </a:r>
            <a:r>
              <a:rPr dirty="0" sz="3700" spc="14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>
                <a:solidFill>
                  <a:srgbClr val="E1E2E6"/>
                </a:solidFill>
                <a:latin typeface="Arial"/>
                <a:cs typeface="Arial"/>
              </a:rPr>
              <a:t>decouples</a:t>
            </a:r>
            <a:r>
              <a:rPr dirty="0" sz="3700" spc="-7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>
                <a:solidFill>
                  <a:srgbClr val="E1E2E6"/>
                </a:solidFill>
                <a:latin typeface="Arial"/>
                <a:cs typeface="Arial"/>
              </a:rPr>
              <a:t>the</a:t>
            </a:r>
            <a:r>
              <a:rPr dirty="0" sz="3700" spc="28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>
                <a:solidFill>
                  <a:srgbClr val="E1E2E6"/>
                </a:solidFill>
                <a:latin typeface="Arial"/>
                <a:cs typeface="Arial"/>
              </a:rPr>
              <a:t>model</a:t>
            </a:r>
            <a:r>
              <a:rPr dirty="0" sz="3700" spc="-9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125">
                <a:solidFill>
                  <a:srgbClr val="E1E2E6"/>
                </a:solidFill>
                <a:latin typeface="Arial"/>
                <a:cs typeface="Arial"/>
              </a:rPr>
              <a:t>from</a:t>
            </a:r>
            <a:r>
              <a:rPr dirty="0" sz="3700" spc="-30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114">
                <a:solidFill>
                  <a:srgbClr val="E1E2E6"/>
                </a:solidFill>
                <a:latin typeface="Arial"/>
                <a:cs typeface="Arial"/>
              </a:rPr>
              <a:t>the</a:t>
            </a:r>
            <a:r>
              <a:rPr dirty="0" sz="3700" spc="-1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700" spc="110">
                <a:solidFill>
                  <a:srgbClr val="E1E2E6"/>
                </a:solidFill>
                <a:latin typeface="Arial"/>
                <a:cs typeface="Arial"/>
              </a:rPr>
              <a:t>context.</a:t>
            </a:r>
            <a:endParaRPr sz="3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2356" y="4229198"/>
            <a:ext cx="3140075" cy="1275080"/>
          </a:xfrm>
          <a:custGeom>
            <a:avLst/>
            <a:gdLst/>
            <a:ahLst/>
            <a:cxnLst/>
            <a:rect l="l" t="t" r="r" b="b"/>
            <a:pathLst>
              <a:path w="3140075" h="1275079">
                <a:moveTo>
                  <a:pt x="3139454" y="1274619"/>
                </a:moveTo>
                <a:lnTo>
                  <a:pt x="0" y="1274619"/>
                </a:lnTo>
                <a:lnTo>
                  <a:pt x="0" y="0"/>
                </a:lnTo>
                <a:lnTo>
                  <a:pt x="3139454" y="0"/>
                </a:lnTo>
                <a:lnTo>
                  <a:pt x="3139454" y="1274619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732515" y="4229198"/>
            <a:ext cx="629285" cy="1275080"/>
          </a:xfrm>
          <a:custGeom>
            <a:avLst/>
            <a:gdLst/>
            <a:ahLst/>
            <a:cxnLst/>
            <a:rect l="l" t="t" r="r" b="b"/>
            <a:pathLst>
              <a:path w="629284" h="1275079">
                <a:moveTo>
                  <a:pt x="628906" y="1274619"/>
                </a:moveTo>
                <a:lnTo>
                  <a:pt x="0" y="1274619"/>
                </a:lnTo>
                <a:lnTo>
                  <a:pt x="0" y="0"/>
                </a:lnTo>
                <a:lnTo>
                  <a:pt x="628906" y="0"/>
                </a:lnTo>
                <a:lnTo>
                  <a:pt x="628906" y="1274619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9656" y="4225925"/>
            <a:ext cx="15568294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145" b="1">
                <a:solidFill>
                  <a:srgbClr val="FBFBFB"/>
                </a:solidFill>
                <a:latin typeface="Arial"/>
                <a:cs typeface="Arial"/>
              </a:rPr>
              <a:t>Think</a:t>
            </a:r>
            <a:r>
              <a:rPr dirty="0" sz="7200" spc="-140" b="1">
                <a:solidFill>
                  <a:srgbClr val="FBFBFB"/>
                </a:solidFill>
                <a:latin typeface="Arial"/>
                <a:cs typeface="Arial"/>
              </a:rPr>
              <a:t> </a:t>
            </a:r>
            <a:r>
              <a:rPr dirty="0" sz="7200" b="1">
                <a:solidFill>
                  <a:srgbClr val="E1E2E6"/>
                </a:solidFill>
                <a:latin typeface="Arial"/>
                <a:cs typeface="Arial"/>
              </a:rPr>
              <a:t>''</a:t>
            </a:r>
            <a:r>
              <a:rPr dirty="0" sz="7200" b="1">
                <a:solidFill>
                  <a:srgbClr val="6D6BF0"/>
                </a:solidFill>
                <a:latin typeface="Arial"/>
                <a:cs typeface="Arial"/>
              </a:rPr>
              <a:t>USB-C</a:t>
            </a:r>
            <a:r>
              <a:rPr dirty="0" sz="7200" spc="-265" b="1">
                <a:solidFill>
                  <a:srgbClr val="6D6BF0"/>
                </a:solidFill>
                <a:latin typeface="Arial"/>
                <a:cs typeface="Arial"/>
              </a:rPr>
              <a:t> </a:t>
            </a:r>
            <a:r>
              <a:rPr dirty="0" sz="7200" spc="90" b="1">
                <a:solidFill>
                  <a:srgbClr val="6D6BF0"/>
                </a:solidFill>
                <a:latin typeface="Arial"/>
                <a:cs typeface="Arial"/>
              </a:rPr>
              <a:t>for</a:t>
            </a:r>
            <a:r>
              <a:rPr dirty="0" sz="7200" spc="-105" b="1">
                <a:solidFill>
                  <a:srgbClr val="6D6BF0"/>
                </a:solidFill>
                <a:latin typeface="Arial"/>
                <a:cs typeface="Arial"/>
              </a:rPr>
              <a:t> </a:t>
            </a:r>
            <a:r>
              <a:rPr dirty="0" sz="7200" spc="-10" b="1">
                <a:solidFill>
                  <a:srgbClr val="6D6BF0"/>
                </a:solidFill>
                <a:latin typeface="Arial"/>
                <a:cs typeface="Arial"/>
              </a:rPr>
              <a:t>Al</a:t>
            </a:r>
            <a:r>
              <a:rPr dirty="0" sz="7200" spc="-360" b="1">
                <a:solidFill>
                  <a:srgbClr val="6D6BF0"/>
                </a:solidFill>
                <a:latin typeface="Arial"/>
                <a:cs typeface="Arial"/>
              </a:rPr>
              <a:t> </a:t>
            </a:r>
            <a:r>
              <a:rPr dirty="0" sz="7200" spc="190" b="1">
                <a:solidFill>
                  <a:srgbClr val="6D6BF0"/>
                </a:solidFill>
                <a:latin typeface="Arial"/>
                <a:cs typeface="Arial"/>
              </a:rPr>
              <a:t>Applications</a:t>
            </a:r>
            <a:r>
              <a:rPr dirty="0" sz="7200" spc="190" b="1">
                <a:solidFill>
                  <a:srgbClr val="E1E2E6"/>
                </a:solidFill>
                <a:latin typeface="Arial"/>
                <a:cs typeface="Arial"/>
              </a:rPr>
              <a:t>.''</a:t>
            </a:r>
            <a:endParaRPr sz="7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4230" y="6603862"/>
            <a:ext cx="8324850" cy="654050"/>
          </a:xfrm>
          <a:custGeom>
            <a:avLst/>
            <a:gdLst/>
            <a:ahLst/>
            <a:cxnLst/>
            <a:rect l="l" t="t" r="r" b="b"/>
            <a:pathLst>
              <a:path w="8324850" h="654050">
                <a:moveTo>
                  <a:pt x="8324277" y="653968"/>
                </a:moveTo>
                <a:lnTo>
                  <a:pt x="0" y="653968"/>
                </a:lnTo>
                <a:lnTo>
                  <a:pt x="0" y="0"/>
                </a:lnTo>
                <a:lnTo>
                  <a:pt x="8324277" y="0"/>
                </a:lnTo>
                <a:lnTo>
                  <a:pt x="8324277" y="653968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5527" y="7316507"/>
            <a:ext cx="140335" cy="1712595"/>
          </a:xfrm>
          <a:custGeom>
            <a:avLst/>
            <a:gdLst/>
            <a:ahLst/>
            <a:cxnLst/>
            <a:rect l="l" t="t" r="r" b="b"/>
            <a:pathLst>
              <a:path w="140334" h="1712595">
                <a:moveTo>
                  <a:pt x="140106" y="0"/>
                </a:moveTo>
                <a:lnTo>
                  <a:pt x="0" y="0"/>
                </a:lnTo>
                <a:lnTo>
                  <a:pt x="0" y="778738"/>
                </a:lnTo>
                <a:lnTo>
                  <a:pt x="0" y="933589"/>
                </a:lnTo>
                <a:lnTo>
                  <a:pt x="0" y="1712315"/>
                </a:lnTo>
                <a:lnTo>
                  <a:pt x="140106" y="1712315"/>
                </a:lnTo>
                <a:lnTo>
                  <a:pt x="140106" y="933589"/>
                </a:lnTo>
                <a:lnTo>
                  <a:pt x="140106" y="778738"/>
                </a:lnTo>
                <a:lnTo>
                  <a:pt x="140106" y="0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41562" y="7316507"/>
            <a:ext cx="5635625" cy="1712595"/>
          </a:xfrm>
          <a:custGeom>
            <a:avLst/>
            <a:gdLst/>
            <a:ahLst/>
            <a:cxnLst/>
            <a:rect l="l" t="t" r="r" b="b"/>
            <a:pathLst>
              <a:path w="5635625" h="1712595">
                <a:moveTo>
                  <a:pt x="5635460" y="778738"/>
                </a:moveTo>
                <a:lnTo>
                  <a:pt x="5608625" y="778738"/>
                </a:lnTo>
                <a:lnTo>
                  <a:pt x="5608625" y="0"/>
                </a:lnTo>
                <a:lnTo>
                  <a:pt x="3239554" y="0"/>
                </a:lnTo>
                <a:lnTo>
                  <a:pt x="3239554" y="778738"/>
                </a:lnTo>
                <a:lnTo>
                  <a:pt x="2755315" y="778738"/>
                </a:lnTo>
                <a:lnTo>
                  <a:pt x="2755315" y="0"/>
                </a:lnTo>
                <a:lnTo>
                  <a:pt x="21640" y="0"/>
                </a:lnTo>
                <a:lnTo>
                  <a:pt x="21640" y="778738"/>
                </a:lnTo>
                <a:lnTo>
                  <a:pt x="0" y="778738"/>
                </a:lnTo>
                <a:lnTo>
                  <a:pt x="0" y="1712315"/>
                </a:lnTo>
                <a:lnTo>
                  <a:pt x="3990797" y="1712315"/>
                </a:lnTo>
                <a:lnTo>
                  <a:pt x="3990797" y="933589"/>
                </a:lnTo>
                <a:lnTo>
                  <a:pt x="4489145" y="933589"/>
                </a:lnTo>
                <a:lnTo>
                  <a:pt x="4489145" y="1712315"/>
                </a:lnTo>
                <a:lnTo>
                  <a:pt x="5635460" y="1712315"/>
                </a:lnTo>
                <a:lnTo>
                  <a:pt x="5635460" y="778738"/>
                </a:lnTo>
                <a:close/>
              </a:path>
            </a:pathLst>
          </a:custGeom>
          <a:solidFill>
            <a:srgbClr val="1315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1530" y="6476314"/>
            <a:ext cx="8398510" cy="2302510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3850" spc="-135">
                <a:solidFill>
                  <a:srgbClr val="E1E2E6"/>
                </a:solidFill>
                <a:latin typeface="Arial"/>
                <a:cs typeface="Arial"/>
              </a:rPr>
              <a:t>A</a:t>
            </a:r>
            <a:r>
              <a:rPr dirty="0" sz="3850" spc="-21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 spc="105">
                <a:solidFill>
                  <a:srgbClr val="E1E2E6"/>
                </a:solidFill>
                <a:latin typeface="Arial"/>
                <a:cs typeface="Arial"/>
              </a:rPr>
              <a:t>standardized</a:t>
            </a:r>
            <a:r>
              <a:rPr dirty="0" sz="3850" spc="-9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>
                <a:solidFill>
                  <a:srgbClr val="E1E2E6"/>
                </a:solidFill>
                <a:latin typeface="Arial"/>
                <a:cs typeface="Arial"/>
              </a:rPr>
              <a:t>way</a:t>
            </a:r>
            <a:r>
              <a:rPr dirty="0" sz="3850" spc="-155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 spc="135">
                <a:solidFill>
                  <a:srgbClr val="E1E2E6"/>
                </a:solidFill>
                <a:latin typeface="Arial"/>
                <a:cs typeface="Arial"/>
              </a:rPr>
              <a:t>for</a:t>
            </a:r>
            <a:r>
              <a:rPr dirty="0" sz="3850" spc="-10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 spc="70">
                <a:solidFill>
                  <a:srgbClr val="E1E2E6"/>
                </a:solidFill>
                <a:latin typeface="Arial"/>
                <a:cs typeface="Arial"/>
              </a:rPr>
              <a:t>Als</a:t>
            </a:r>
            <a:r>
              <a:rPr dirty="0" sz="3850" spc="-38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 spc="60">
                <a:solidFill>
                  <a:srgbClr val="E1E2E6"/>
                </a:solidFill>
                <a:latin typeface="Arial"/>
                <a:cs typeface="Arial"/>
              </a:rPr>
              <a:t>to</a:t>
            </a:r>
            <a:r>
              <a:rPr dirty="0" sz="3850" spc="150">
                <a:solidFill>
                  <a:srgbClr val="E1E2E6"/>
                </a:solidFill>
                <a:latin typeface="Arial"/>
                <a:cs typeface="Arial"/>
              </a:rPr>
              <a:t> </a:t>
            </a:r>
            <a:r>
              <a:rPr dirty="0" sz="3850" spc="75">
                <a:solidFill>
                  <a:srgbClr val="E1E2E6"/>
                </a:solidFill>
                <a:latin typeface="Arial"/>
                <a:cs typeface="Arial"/>
              </a:rPr>
              <a:t>access:</a:t>
            </a:r>
            <a:endParaRPr sz="3850">
              <a:latin typeface="Arial"/>
              <a:cs typeface="Arial"/>
            </a:endParaRPr>
          </a:p>
          <a:p>
            <a:pPr marL="530860" indent="-467359">
              <a:lnSpc>
                <a:spcPct val="100000"/>
              </a:lnSpc>
              <a:spcBef>
                <a:spcPts val="1060"/>
              </a:spcBef>
              <a:buClr>
                <a:srgbClr val="B5BAC1"/>
              </a:buClr>
              <a:buChar char="-"/>
              <a:tabLst>
                <a:tab pos="530860" algn="l"/>
                <a:tab pos="1281430" algn="l"/>
              </a:tabLst>
            </a:pPr>
            <a:r>
              <a:rPr dirty="0" sz="4300" spc="-1555">
                <a:solidFill>
                  <a:srgbClr val="31A3BA"/>
                </a:solidFill>
                <a:latin typeface="Courier New"/>
                <a:cs typeface="Courier New"/>
              </a:rPr>
              <a:t>�</a:t>
            </a:r>
            <a:r>
              <a:rPr dirty="0" sz="4300">
                <a:solidFill>
                  <a:srgbClr val="31A3BA"/>
                </a:solidFill>
                <a:latin typeface="Courier New"/>
                <a:cs typeface="Courier New"/>
              </a:rPr>
              <a:t>	</a:t>
            </a:r>
            <a:r>
              <a:rPr dirty="0" sz="4300" spc="-625">
                <a:solidFill>
                  <a:srgbClr val="B5BAC1"/>
                </a:solidFill>
                <a:latin typeface="Courier New"/>
                <a:cs typeface="Courier New"/>
              </a:rPr>
              <a:t>Data</a:t>
            </a:r>
            <a:r>
              <a:rPr dirty="0" sz="4300" spc="-1150">
                <a:solidFill>
                  <a:srgbClr val="B5BAC1"/>
                </a:solidFill>
                <a:latin typeface="Courier New"/>
                <a:cs typeface="Courier New"/>
              </a:rPr>
              <a:t> </a:t>
            </a:r>
            <a:r>
              <a:rPr dirty="0" sz="4300" spc="-625">
                <a:solidFill>
                  <a:srgbClr val="B5BAC1"/>
                </a:solidFill>
                <a:latin typeface="Courier New"/>
                <a:cs typeface="Courier New"/>
              </a:rPr>
              <a:t>(files,</a:t>
            </a:r>
            <a:r>
              <a:rPr dirty="0" sz="4300" spc="-280">
                <a:solidFill>
                  <a:srgbClr val="B5BAC1"/>
                </a:solidFill>
                <a:latin typeface="Courier New"/>
                <a:cs typeface="Courier New"/>
              </a:rPr>
              <a:t> </a:t>
            </a:r>
            <a:r>
              <a:rPr dirty="0" sz="4300" spc="-660">
                <a:solidFill>
                  <a:srgbClr val="B5BAC1"/>
                </a:solidFill>
                <a:latin typeface="Courier New"/>
                <a:cs typeface="Courier New"/>
              </a:rPr>
              <a:t>databases)</a:t>
            </a:r>
            <a:endParaRPr sz="4300">
              <a:latin typeface="Courier New"/>
              <a:cs typeface="Courier New"/>
            </a:endParaRPr>
          </a:p>
          <a:p>
            <a:pPr marL="518159" indent="-454659">
              <a:lnSpc>
                <a:spcPct val="100000"/>
              </a:lnSpc>
              <a:spcBef>
                <a:spcPts val="975"/>
              </a:spcBef>
              <a:buClr>
                <a:srgbClr val="B5BAC1"/>
              </a:buClr>
              <a:buChar char="-"/>
              <a:tabLst>
                <a:tab pos="518159" algn="l"/>
                <a:tab pos="1259840" algn="l"/>
              </a:tabLst>
            </a:pPr>
            <a:r>
              <a:rPr dirty="0" sz="4300" spc="-1555">
                <a:solidFill>
                  <a:srgbClr val="31A3BA"/>
                </a:solidFill>
                <a:latin typeface="Courier New"/>
                <a:cs typeface="Courier New"/>
              </a:rPr>
              <a:t>�</a:t>
            </a:r>
            <a:r>
              <a:rPr dirty="0" sz="4300">
                <a:solidFill>
                  <a:srgbClr val="31A3BA"/>
                </a:solidFill>
                <a:latin typeface="Courier New"/>
                <a:cs typeface="Courier New"/>
              </a:rPr>
              <a:t>	</a:t>
            </a:r>
            <a:r>
              <a:rPr dirty="0" sz="4300" spc="-600">
                <a:solidFill>
                  <a:srgbClr val="B5BAC1"/>
                </a:solidFill>
                <a:latin typeface="Courier New"/>
                <a:cs typeface="Courier New"/>
              </a:rPr>
              <a:t>Tools</a:t>
            </a:r>
            <a:r>
              <a:rPr dirty="0" sz="4300" spc="-1170">
                <a:solidFill>
                  <a:srgbClr val="B5BAC1"/>
                </a:solidFill>
                <a:latin typeface="Courier New"/>
                <a:cs typeface="Courier New"/>
              </a:rPr>
              <a:t> </a:t>
            </a:r>
            <a:r>
              <a:rPr dirty="0" sz="4300" spc="-650">
                <a:solidFill>
                  <a:srgbClr val="B5BAC1"/>
                </a:solidFill>
                <a:latin typeface="Courier New"/>
                <a:cs typeface="Courier New"/>
              </a:rPr>
              <a:t>(functions,</a:t>
            </a:r>
            <a:r>
              <a:rPr dirty="0" sz="4300" spc="75">
                <a:solidFill>
                  <a:srgbClr val="B5BAC1"/>
                </a:solidFill>
                <a:latin typeface="Courier New"/>
                <a:cs typeface="Courier New"/>
              </a:rPr>
              <a:t> </a:t>
            </a:r>
            <a:r>
              <a:rPr dirty="0" sz="4300" spc="-645">
                <a:solidFill>
                  <a:srgbClr val="B5BAC1"/>
                </a:solidFill>
                <a:latin typeface="Courier New"/>
                <a:cs typeface="Courier New"/>
              </a:rPr>
              <a:t>APis)</a:t>
            </a:r>
            <a:endParaRPr sz="4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8490" y="611633"/>
            <a:ext cx="14799944" cy="1053465"/>
          </a:xfrm>
          <a:custGeom>
            <a:avLst/>
            <a:gdLst/>
            <a:ahLst/>
            <a:cxnLst/>
            <a:rect l="l" t="t" r="r" b="b"/>
            <a:pathLst>
              <a:path w="14799944" h="1053464">
                <a:moveTo>
                  <a:pt x="14799867" y="1053331"/>
                </a:moveTo>
                <a:lnTo>
                  <a:pt x="0" y="1053331"/>
                </a:lnTo>
                <a:lnTo>
                  <a:pt x="0" y="0"/>
                </a:lnTo>
                <a:lnTo>
                  <a:pt x="14799867" y="0"/>
                </a:lnTo>
                <a:lnTo>
                  <a:pt x="14799867" y="1053331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106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130"/>
              </a:spcBef>
            </a:pPr>
            <a:r>
              <a:rPr dirty="0" sz="5950" spc="-10">
                <a:solidFill>
                  <a:srgbClr val="E9E9EB"/>
                </a:solidFill>
              </a:rPr>
              <a:t>This</a:t>
            </a:r>
            <a:r>
              <a:rPr dirty="0" sz="5950" spc="-430">
                <a:solidFill>
                  <a:srgbClr val="E9E9EB"/>
                </a:solidFill>
              </a:rPr>
              <a:t> </a:t>
            </a:r>
            <a:r>
              <a:rPr dirty="0" sz="5950" spc="60">
                <a:solidFill>
                  <a:srgbClr val="E9E9EB"/>
                </a:solidFill>
              </a:rPr>
              <a:t>Growth</a:t>
            </a:r>
            <a:r>
              <a:rPr dirty="0" sz="5950" spc="-150">
                <a:solidFill>
                  <a:srgbClr val="E9E9EB"/>
                </a:solidFill>
              </a:rPr>
              <a:t> </a:t>
            </a:r>
            <a:r>
              <a:rPr dirty="0" sz="5950" spc="120">
                <a:solidFill>
                  <a:srgbClr val="E9E9EB"/>
                </a:solidFill>
              </a:rPr>
              <a:t>Creates</a:t>
            </a:r>
            <a:r>
              <a:rPr dirty="0" sz="5950" spc="80">
                <a:solidFill>
                  <a:srgbClr val="E9E9EB"/>
                </a:solidFill>
              </a:rPr>
              <a:t> </a:t>
            </a:r>
            <a:r>
              <a:rPr dirty="0" sz="5950" spc="135">
                <a:solidFill>
                  <a:srgbClr val="E9E9EB"/>
                </a:solidFill>
              </a:rPr>
              <a:t>'Configuration</a:t>
            </a:r>
            <a:r>
              <a:rPr dirty="0" sz="5950" spc="-580">
                <a:solidFill>
                  <a:srgbClr val="E9E9EB"/>
                </a:solidFill>
              </a:rPr>
              <a:t> </a:t>
            </a:r>
            <a:r>
              <a:rPr dirty="0" sz="5950" spc="80">
                <a:solidFill>
                  <a:srgbClr val="E9E9EB"/>
                </a:solidFill>
              </a:rPr>
              <a:t>Hell'</a:t>
            </a:r>
            <a:endParaRPr sz="5950"/>
          </a:p>
        </p:txBody>
      </p:sp>
      <p:sp>
        <p:nvSpPr>
          <p:cNvPr id="4" name="object 4"/>
          <p:cNvSpPr/>
          <p:nvPr/>
        </p:nvSpPr>
        <p:spPr>
          <a:xfrm>
            <a:off x="1276799" y="2755731"/>
            <a:ext cx="140335" cy="459105"/>
          </a:xfrm>
          <a:custGeom>
            <a:avLst/>
            <a:gdLst/>
            <a:ahLst/>
            <a:cxnLst/>
            <a:rect l="l" t="t" r="r" b="b"/>
            <a:pathLst>
              <a:path w="140334" h="459105">
                <a:moveTo>
                  <a:pt x="140106" y="458627"/>
                </a:moveTo>
                <a:lnTo>
                  <a:pt x="0" y="458627"/>
                </a:lnTo>
                <a:lnTo>
                  <a:pt x="0" y="0"/>
                </a:lnTo>
                <a:lnTo>
                  <a:pt x="140106" y="0"/>
                </a:lnTo>
                <a:lnTo>
                  <a:pt x="140106" y="458627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70863" y="3061542"/>
            <a:ext cx="534670" cy="727710"/>
          </a:xfrm>
          <a:custGeom>
            <a:avLst/>
            <a:gdLst/>
            <a:ahLst/>
            <a:cxnLst/>
            <a:rect l="l" t="t" r="r" b="b"/>
            <a:pathLst>
              <a:path w="534670" h="727710">
                <a:moveTo>
                  <a:pt x="534160" y="727324"/>
                </a:moveTo>
                <a:lnTo>
                  <a:pt x="0" y="727324"/>
                </a:lnTo>
                <a:lnTo>
                  <a:pt x="0" y="0"/>
                </a:lnTo>
                <a:lnTo>
                  <a:pt x="534160" y="0"/>
                </a:lnTo>
                <a:lnTo>
                  <a:pt x="534160" y="727324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9728" y="3539269"/>
            <a:ext cx="64135" cy="487045"/>
          </a:xfrm>
          <a:custGeom>
            <a:avLst/>
            <a:gdLst/>
            <a:ahLst/>
            <a:cxnLst/>
            <a:rect l="l" t="t" r="r" b="b"/>
            <a:pathLst>
              <a:path w="64135" h="487045">
                <a:moveTo>
                  <a:pt x="63684" y="486833"/>
                </a:moveTo>
                <a:lnTo>
                  <a:pt x="0" y="486833"/>
                </a:lnTo>
                <a:lnTo>
                  <a:pt x="0" y="0"/>
                </a:lnTo>
                <a:lnTo>
                  <a:pt x="63684" y="0"/>
                </a:lnTo>
                <a:lnTo>
                  <a:pt x="63684" y="486833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07477" y="3540812"/>
            <a:ext cx="140335" cy="467359"/>
          </a:xfrm>
          <a:custGeom>
            <a:avLst/>
            <a:gdLst/>
            <a:ahLst/>
            <a:cxnLst/>
            <a:rect l="l" t="t" r="r" b="b"/>
            <a:pathLst>
              <a:path w="140335" h="467360">
                <a:moveTo>
                  <a:pt x="140106" y="467120"/>
                </a:moveTo>
                <a:lnTo>
                  <a:pt x="0" y="467120"/>
                </a:lnTo>
                <a:lnTo>
                  <a:pt x="0" y="0"/>
                </a:lnTo>
                <a:lnTo>
                  <a:pt x="140106" y="0"/>
                </a:lnTo>
                <a:lnTo>
                  <a:pt x="140106" y="467120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13149" y="2137457"/>
            <a:ext cx="6120130" cy="18395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350" spc="-345">
                <a:solidFill>
                  <a:srgbClr val="777E87"/>
                </a:solidFill>
                <a:latin typeface="Courier New"/>
                <a:cs typeface="Courier New"/>
              </a:rPr>
              <a:t>//</a:t>
            </a:r>
            <a:r>
              <a:rPr dirty="0" sz="3350" spc="-350">
                <a:solidFill>
                  <a:srgbClr val="777E87"/>
                </a:solidFill>
                <a:latin typeface="Courier New"/>
                <a:cs typeface="Courier New"/>
              </a:rPr>
              <a:t> </a:t>
            </a:r>
            <a:r>
              <a:rPr dirty="0" sz="3350" spc="-380">
                <a:solidFill>
                  <a:srgbClr val="777E87"/>
                </a:solidFill>
                <a:latin typeface="Courier New"/>
                <a:cs typeface="Courier New"/>
              </a:rPr>
              <a:t>claude_desktop_config.json</a:t>
            </a:r>
            <a:endParaRPr sz="3350">
              <a:latin typeface="Courier New"/>
              <a:cs typeface="Courier New"/>
            </a:endParaRPr>
          </a:p>
          <a:p>
            <a:pPr marL="63500">
              <a:lnSpc>
                <a:spcPts val="2855"/>
              </a:lnSpc>
              <a:spcBef>
                <a:spcPts val="345"/>
              </a:spcBef>
            </a:pPr>
            <a:r>
              <a:rPr dirty="0" sz="2700" spc="-50">
                <a:solidFill>
                  <a:srgbClr val="E9E9EB"/>
                </a:solidFill>
                <a:latin typeface="Arial"/>
                <a:cs typeface="Arial"/>
              </a:rPr>
              <a:t>{</a:t>
            </a:r>
            <a:endParaRPr sz="2700">
              <a:latin typeface="Arial"/>
              <a:cs typeface="Arial"/>
            </a:endParaRPr>
          </a:p>
          <a:p>
            <a:pPr marL="476250">
              <a:lnSpc>
                <a:spcPts val="3479"/>
              </a:lnSpc>
            </a:pPr>
            <a:r>
              <a:rPr dirty="0" sz="3350" spc="-430">
                <a:solidFill>
                  <a:srgbClr val="8569C1"/>
                </a:solidFill>
                <a:latin typeface="Courier New"/>
                <a:cs typeface="Courier New"/>
              </a:rPr>
              <a:t>"mcpServers"</a:t>
            </a:r>
            <a:r>
              <a:rPr dirty="0" sz="3350" spc="-1580">
                <a:solidFill>
                  <a:srgbClr val="8569C1"/>
                </a:solidFill>
                <a:latin typeface="Courier New"/>
                <a:cs typeface="Courier New"/>
              </a:rPr>
              <a:t> </a:t>
            </a:r>
            <a:r>
              <a:rPr dirty="0" sz="3350" spc="-425">
                <a:solidFill>
                  <a:srgbClr val="E9E9EB"/>
                </a:solidFill>
                <a:latin typeface="Courier New"/>
                <a:cs typeface="Courier New"/>
              </a:rPr>
              <a:t>:</a:t>
            </a:r>
            <a:r>
              <a:rPr dirty="0" sz="3350" spc="-575">
                <a:solidFill>
                  <a:srgbClr val="E9E9EB"/>
                </a:solidFill>
                <a:latin typeface="Courier New"/>
                <a:cs typeface="Courier New"/>
              </a:rPr>
              <a:t> </a:t>
            </a:r>
            <a:r>
              <a:rPr dirty="0" sz="3350" spc="-475">
                <a:solidFill>
                  <a:srgbClr val="E9E9EB"/>
                </a:solidFill>
                <a:latin typeface="Courier New"/>
                <a:cs typeface="Courier New"/>
              </a:rPr>
              <a:t>{</a:t>
            </a:r>
            <a:endParaRPr sz="3350">
              <a:latin typeface="Courier New"/>
              <a:cs typeface="Courier New"/>
            </a:endParaRPr>
          </a:p>
          <a:p>
            <a:pPr marL="939165">
              <a:lnSpc>
                <a:spcPts val="3150"/>
              </a:lnSpc>
              <a:tabLst>
                <a:tab pos="2393950" algn="l"/>
              </a:tabLst>
            </a:pPr>
            <a:r>
              <a:rPr dirty="0" sz="2750" spc="240" b="1">
                <a:solidFill>
                  <a:srgbClr val="8569C1"/>
                </a:solidFill>
                <a:latin typeface="Arial"/>
                <a:cs typeface="Arial"/>
              </a:rPr>
              <a:t>llgitll</a:t>
            </a:r>
            <a:r>
              <a:rPr dirty="0" sz="2750" spc="240" b="1">
                <a:solidFill>
                  <a:srgbClr val="E9E9EB"/>
                </a:solidFill>
                <a:latin typeface="Arial"/>
                <a:cs typeface="Arial"/>
              </a:rPr>
              <a:t>:</a:t>
            </a:r>
            <a:r>
              <a:rPr dirty="0" sz="2750" b="1">
                <a:solidFill>
                  <a:srgbClr val="E9E9EB"/>
                </a:solidFill>
                <a:latin typeface="Arial"/>
                <a:cs typeface="Arial"/>
              </a:rPr>
              <a:t>	</a:t>
            </a:r>
            <a:r>
              <a:rPr dirty="0" sz="2750" spc="210">
                <a:solidFill>
                  <a:srgbClr val="E9E9EB"/>
                </a:solidFill>
                <a:latin typeface="Arial"/>
                <a:cs typeface="Arial"/>
              </a:rPr>
              <a:t>{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11057" y="4179539"/>
            <a:ext cx="51435" cy="221615"/>
          </a:xfrm>
          <a:custGeom>
            <a:avLst/>
            <a:gdLst/>
            <a:ahLst/>
            <a:cxnLst/>
            <a:rect l="l" t="t" r="r" b="b"/>
            <a:pathLst>
              <a:path w="51435" h="221614">
                <a:moveTo>
                  <a:pt x="50947" y="221288"/>
                </a:moveTo>
                <a:lnTo>
                  <a:pt x="0" y="221288"/>
                </a:lnTo>
                <a:lnTo>
                  <a:pt x="0" y="0"/>
                </a:lnTo>
                <a:lnTo>
                  <a:pt x="50947" y="0"/>
                </a:lnTo>
                <a:lnTo>
                  <a:pt x="50947" y="221288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60391" y="3970602"/>
            <a:ext cx="203835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44444" sz="1875" spc="-104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r>
              <a:rPr dirty="0" sz="2800" spc="-70" b="1">
                <a:solidFill>
                  <a:srgbClr val="8569C1"/>
                </a:solidFill>
                <a:latin typeface="Arial"/>
                <a:cs typeface="Arial"/>
              </a:rPr>
              <a:t>command</a:t>
            </a:r>
            <a:r>
              <a:rPr dirty="0" baseline="53333" sz="1875" spc="-104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r>
              <a:rPr dirty="0" sz="1250" spc="-70" b="1">
                <a:solidFill>
                  <a:srgbClr val="E9E9EB"/>
                </a:solidFill>
                <a:latin typeface="Arial"/>
                <a:cs typeface="Arial"/>
              </a:rPr>
              <a:t>: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68708" y="4179539"/>
            <a:ext cx="64135" cy="221615"/>
          </a:xfrm>
          <a:custGeom>
            <a:avLst/>
            <a:gdLst/>
            <a:ahLst/>
            <a:cxnLst/>
            <a:rect l="l" t="t" r="r" b="b"/>
            <a:pathLst>
              <a:path w="64135" h="221614">
                <a:moveTo>
                  <a:pt x="63684" y="221288"/>
                </a:moveTo>
                <a:lnTo>
                  <a:pt x="0" y="221288"/>
                </a:lnTo>
                <a:lnTo>
                  <a:pt x="0" y="0"/>
                </a:lnTo>
                <a:lnTo>
                  <a:pt x="63684" y="0"/>
                </a:lnTo>
                <a:lnTo>
                  <a:pt x="63684" y="221288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53035" y="3970602"/>
            <a:ext cx="120205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ts val="2310"/>
              </a:lnSpc>
              <a:spcBef>
                <a:spcPts val="115"/>
              </a:spcBef>
            </a:pPr>
            <a:r>
              <a:rPr dirty="0" baseline="57777" sz="1875" spc="120" b="1">
                <a:solidFill>
                  <a:srgbClr val="5DB8CA"/>
                </a:solidFill>
                <a:latin typeface="Arial"/>
                <a:cs typeface="Arial"/>
              </a:rPr>
              <a:t>11</a:t>
            </a:r>
            <a:r>
              <a:rPr dirty="0" sz="2800" spc="80" b="1">
                <a:solidFill>
                  <a:srgbClr val="5DB8CA"/>
                </a:solidFill>
                <a:latin typeface="Arial"/>
                <a:cs typeface="Arial"/>
              </a:rPr>
              <a:t>npx</a:t>
            </a:r>
            <a:r>
              <a:rPr dirty="0" baseline="62222" sz="1875" spc="120" b="1">
                <a:solidFill>
                  <a:srgbClr val="5DB8CA"/>
                </a:solidFill>
                <a:latin typeface="Arial"/>
                <a:cs typeface="Arial"/>
              </a:rPr>
              <a:t>11</a:t>
            </a:r>
            <a:endParaRPr baseline="62222" sz="1875">
              <a:latin typeface="Arial"/>
              <a:cs typeface="Arial"/>
            </a:endParaRPr>
          </a:p>
          <a:p>
            <a:pPr algn="r" marR="30480">
              <a:lnSpc>
                <a:spcPts val="740"/>
              </a:lnSpc>
            </a:pPr>
            <a:r>
              <a:rPr dirty="0" sz="1250" spc="-50" b="1">
                <a:solidFill>
                  <a:srgbClr val="E9E9EB"/>
                </a:solidFill>
                <a:latin typeface="Arial"/>
                <a:cs typeface="Arial"/>
              </a:rPr>
              <a:t>,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72278" y="4579015"/>
            <a:ext cx="64135" cy="221615"/>
          </a:xfrm>
          <a:custGeom>
            <a:avLst/>
            <a:gdLst/>
            <a:ahLst/>
            <a:cxnLst/>
            <a:rect l="l" t="t" r="r" b="b"/>
            <a:pathLst>
              <a:path w="64135" h="221614">
                <a:moveTo>
                  <a:pt x="63684" y="221144"/>
                </a:moveTo>
                <a:lnTo>
                  <a:pt x="0" y="221144"/>
                </a:lnTo>
                <a:lnTo>
                  <a:pt x="0" y="0"/>
                </a:lnTo>
                <a:lnTo>
                  <a:pt x="63684" y="0"/>
                </a:lnTo>
                <a:lnTo>
                  <a:pt x="63684" y="221144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62039" y="4340820"/>
            <a:ext cx="141478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4188" sz="1950" spc="277" b="1">
                <a:solidFill>
                  <a:srgbClr val="8569C1"/>
                </a:solidFill>
                <a:latin typeface="Times New Roman"/>
                <a:cs typeface="Times New Roman"/>
              </a:rPr>
              <a:t>11</a:t>
            </a:r>
            <a:r>
              <a:rPr dirty="0" sz="3100" spc="185" b="1">
                <a:solidFill>
                  <a:srgbClr val="8569C1"/>
                </a:solidFill>
                <a:latin typeface="Times New Roman"/>
                <a:cs typeface="Times New Roman"/>
              </a:rPr>
              <a:t>args</a:t>
            </a:r>
            <a:r>
              <a:rPr dirty="0" baseline="38461" sz="1950" spc="277" b="1">
                <a:solidFill>
                  <a:srgbClr val="8569C1"/>
                </a:solidFill>
                <a:latin typeface="Times New Roman"/>
                <a:cs typeface="Times New Roman"/>
              </a:rPr>
              <a:t>11</a:t>
            </a:r>
            <a:r>
              <a:rPr dirty="0" sz="1300" spc="185" b="1">
                <a:solidFill>
                  <a:srgbClr val="E9E9EB"/>
                </a:solidFill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44993" y="4579015"/>
            <a:ext cx="102235" cy="221615"/>
          </a:xfrm>
          <a:custGeom>
            <a:avLst/>
            <a:gdLst/>
            <a:ahLst/>
            <a:cxnLst/>
            <a:rect l="l" t="t" r="r" b="b"/>
            <a:pathLst>
              <a:path w="102235" h="221614">
                <a:moveTo>
                  <a:pt x="101895" y="221144"/>
                </a:moveTo>
                <a:lnTo>
                  <a:pt x="0" y="221144"/>
                </a:lnTo>
                <a:lnTo>
                  <a:pt x="0" y="0"/>
                </a:lnTo>
                <a:lnTo>
                  <a:pt x="101895" y="0"/>
                </a:lnTo>
                <a:lnTo>
                  <a:pt x="101895" y="221144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307632" y="4579015"/>
            <a:ext cx="64135" cy="221615"/>
          </a:xfrm>
          <a:custGeom>
            <a:avLst/>
            <a:gdLst/>
            <a:ahLst/>
            <a:cxnLst/>
            <a:rect l="l" t="t" r="r" b="b"/>
            <a:pathLst>
              <a:path w="64135" h="221614">
                <a:moveTo>
                  <a:pt x="63684" y="221144"/>
                </a:moveTo>
                <a:lnTo>
                  <a:pt x="0" y="221144"/>
                </a:lnTo>
                <a:lnTo>
                  <a:pt x="0" y="0"/>
                </a:lnTo>
                <a:lnTo>
                  <a:pt x="63684" y="0"/>
                </a:lnTo>
                <a:lnTo>
                  <a:pt x="63684" y="221144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232292" y="4340820"/>
            <a:ext cx="1210945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485"/>
              </a:lnSpc>
              <a:spcBef>
                <a:spcPts val="114"/>
              </a:spcBef>
              <a:tabLst>
                <a:tab pos="340360" algn="l"/>
                <a:tab pos="1075055" algn="l"/>
              </a:tabLst>
            </a:pPr>
            <a:r>
              <a:rPr dirty="0" sz="1300" spc="150" b="1">
                <a:solidFill>
                  <a:srgbClr val="E9E9EB"/>
                </a:solidFill>
                <a:latin typeface="Times New Roman"/>
                <a:cs typeface="Times New Roman"/>
              </a:rPr>
              <a:t>[</a:t>
            </a:r>
            <a:r>
              <a:rPr dirty="0" sz="1300" b="1">
                <a:solidFill>
                  <a:srgbClr val="E9E9EB"/>
                </a:solidFill>
                <a:latin typeface="Times New Roman"/>
                <a:cs typeface="Times New Roman"/>
              </a:rPr>
              <a:t>	</a:t>
            </a:r>
            <a:r>
              <a:rPr dirty="0" sz="3100" spc="490" b="1">
                <a:solidFill>
                  <a:srgbClr val="5DB8CA"/>
                </a:solidFill>
                <a:latin typeface="Times New Roman"/>
                <a:cs typeface="Times New Roman"/>
              </a:rPr>
              <a:t>-</a:t>
            </a:r>
            <a:r>
              <a:rPr dirty="0" sz="3100" spc="680" b="1">
                <a:solidFill>
                  <a:srgbClr val="5DB8CA"/>
                </a:solidFill>
                <a:latin typeface="Times New Roman"/>
                <a:cs typeface="Times New Roman"/>
              </a:rPr>
              <a:t>y</a:t>
            </a:r>
            <a:r>
              <a:rPr dirty="0" sz="3100" b="1">
                <a:solidFill>
                  <a:srgbClr val="5DB8CA"/>
                </a:solidFill>
                <a:latin typeface="Times New Roman"/>
                <a:cs typeface="Times New Roman"/>
              </a:rPr>
              <a:t>	</a:t>
            </a:r>
            <a:r>
              <a:rPr dirty="0" sz="1300" spc="260" b="1">
                <a:solidFill>
                  <a:srgbClr val="E9E9EB"/>
                </a:solidFill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94615">
              <a:lnSpc>
                <a:spcPts val="770"/>
              </a:lnSpc>
              <a:tabLst>
                <a:tab pos="828675" algn="l"/>
              </a:tabLst>
            </a:pPr>
            <a:r>
              <a:rPr dirty="0" sz="1300" spc="285" b="1">
                <a:solidFill>
                  <a:srgbClr val="5DB8CA"/>
                </a:solidFill>
                <a:latin typeface="Times New Roman"/>
                <a:cs typeface="Times New Roman"/>
              </a:rPr>
              <a:t>11</a:t>
            </a:r>
            <a:r>
              <a:rPr dirty="0" sz="1300" b="1">
                <a:solidFill>
                  <a:srgbClr val="5DB8CA"/>
                </a:solidFill>
                <a:latin typeface="Times New Roman"/>
                <a:cs typeface="Times New Roman"/>
              </a:rPr>
              <a:t>	</a:t>
            </a:r>
            <a:r>
              <a:rPr dirty="0" sz="1300" spc="285" b="1">
                <a:solidFill>
                  <a:srgbClr val="5DB8CA"/>
                </a:solidFill>
                <a:latin typeface="Times New Roman"/>
                <a:cs typeface="Times New Roman"/>
              </a:rPr>
              <a:t>11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607526" y="4579015"/>
            <a:ext cx="102235" cy="221615"/>
          </a:xfrm>
          <a:custGeom>
            <a:avLst/>
            <a:gdLst/>
            <a:ahLst/>
            <a:cxnLst/>
            <a:rect l="l" t="t" r="r" b="b"/>
            <a:pathLst>
              <a:path w="102234" h="221614">
                <a:moveTo>
                  <a:pt x="101895" y="221144"/>
                </a:moveTo>
                <a:lnTo>
                  <a:pt x="0" y="221144"/>
                </a:lnTo>
                <a:lnTo>
                  <a:pt x="0" y="0"/>
                </a:lnTo>
                <a:lnTo>
                  <a:pt x="101895" y="0"/>
                </a:lnTo>
                <a:lnTo>
                  <a:pt x="101895" y="221144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75805" y="4605550"/>
            <a:ext cx="64135" cy="187325"/>
          </a:xfrm>
          <a:custGeom>
            <a:avLst/>
            <a:gdLst/>
            <a:ahLst/>
            <a:cxnLst/>
            <a:rect l="l" t="t" r="r" b="b"/>
            <a:pathLst>
              <a:path w="64134" h="187325">
                <a:moveTo>
                  <a:pt x="63684" y="186779"/>
                </a:moveTo>
                <a:lnTo>
                  <a:pt x="0" y="186779"/>
                </a:lnTo>
                <a:lnTo>
                  <a:pt x="0" y="0"/>
                </a:lnTo>
                <a:lnTo>
                  <a:pt x="63684" y="0"/>
                </a:lnTo>
                <a:lnTo>
                  <a:pt x="63684" y="186779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695359" y="4340820"/>
            <a:ext cx="227203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2590"/>
              </a:lnSpc>
              <a:spcBef>
                <a:spcPts val="114"/>
              </a:spcBef>
            </a:pPr>
            <a:r>
              <a:rPr dirty="0" baseline="55555" sz="1950" spc="284" b="1">
                <a:solidFill>
                  <a:srgbClr val="6BC8DA"/>
                </a:solidFill>
                <a:latin typeface="Times New Roman"/>
                <a:cs typeface="Times New Roman"/>
              </a:rPr>
              <a:t>11</a:t>
            </a:r>
            <a:r>
              <a:rPr dirty="0" sz="3100" spc="190" b="1">
                <a:solidFill>
                  <a:srgbClr val="6BC8DA"/>
                </a:solidFill>
                <a:latin typeface="Times New Roman"/>
                <a:cs typeface="Times New Roman"/>
              </a:rPr>
              <a:t>mcp-</a:t>
            </a:r>
            <a:r>
              <a:rPr dirty="0" sz="3100" spc="120" b="1">
                <a:solidFill>
                  <a:srgbClr val="6BC8DA"/>
                </a:solidFill>
                <a:latin typeface="Times New Roman"/>
                <a:cs typeface="Times New Roman"/>
              </a:rPr>
              <a:t>git</a:t>
            </a:r>
            <a:r>
              <a:rPr dirty="0" baseline="64102" sz="1950" spc="179" b="1">
                <a:solidFill>
                  <a:srgbClr val="6BC8DA"/>
                </a:solidFill>
                <a:latin typeface="Times New Roman"/>
                <a:cs typeface="Times New Roman"/>
              </a:rPr>
              <a:t>11</a:t>
            </a:r>
            <a:endParaRPr baseline="64102" sz="1950">
              <a:latin typeface="Times New Roman"/>
              <a:cs typeface="Times New Roman"/>
            </a:endParaRPr>
          </a:p>
          <a:p>
            <a:pPr algn="r" marR="30480">
              <a:lnSpc>
                <a:spcPts val="770"/>
              </a:lnSpc>
              <a:tabLst>
                <a:tab pos="267970" algn="l"/>
              </a:tabLst>
            </a:pPr>
            <a:r>
              <a:rPr dirty="0" sz="1300" spc="5" b="1">
                <a:solidFill>
                  <a:srgbClr val="E9E9EB"/>
                </a:solidFill>
                <a:latin typeface="Times New Roman"/>
                <a:cs typeface="Times New Roman"/>
              </a:rPr>
              <a:t>]</a:t>
            </a:r>
            <a:r>
              <a:rPr dirty="0" sz="1300" b="1">
                <a:solidFill>
                  <a:srgbClr val="E9E9EB"/>
                </a:solidFill>
                <a:latin typeface="Times New Roman"/>
                <a:cs typeface="Times New Roman"/>
              </a:rPr>
              <a:t>	</a:t>
            </a:r>
            <a:r>
              <a:rPr dirty="0" sz="1100" i="1">
                <a:solidFill>
                  <a:srgbClr val="E9E9EB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86692" y="5034870"/>
            <a:ext cx="64135" cy="221615"/>
          </a:xfrm>
          <a:custGeom>
            <a:avLst/>
            <a:gdLst/>
            <a:ahLst/>
            <a:cxnLst/>
            <a:rect l="l" t="t" r="r" b="b"/>
            <a:pathLst>
              <a:path w="64135" h="221614">
                <a:moveTo>
                  <a:pt x="63684" y="221288"/>
                </a:moveTo>
                <a:lnTo>
                  <a:pt x="0" y="221288"/>
                </a:lnTo>
                <a:lnTo>
                  <a:pt x="0" y="0"/>
                </a:lnTo>
                <a:lnTo>
                  <a:pt x="63684" y="0"/>
                </a:lnTo>
                <a:lnTo>
                  <a:pt x="63684" y="221288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73128" y="4787635"/>
            <a:ext cx="1414780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40000" sz="1875" spc="247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r>
              <a:rPr dirty="0" sz="3100" spc="165" b="1">
                <a:solidFill>
                  <a:srgbClr val="8569C1"/>
                </a:solidFill>
                <a:latin typeface="Times New Roman"/>
                <a:cs typeface="Times New Roman"/>
              </a:rPr>
              <a:t>type</a:t>
            </a:r>
            <a:r>
              <a:rPr dirty="0" baseline="48888" sz="1875" spc="247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r>
              <a:rPr dirty="0" sz="1250" spc="165" b="1">
                <a:solidFill>
                  <a:srgbClr val="E9E9EB"/>
                </a:solidFill>
                <a:latin typeface="Arial"/>
                <a:cs typeface="Arial"/>
              </a:rPr>
              <a:t>:</a:t>
            </a:r>
            <a:endParaRPr sz="12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81062" y="5034870"/>
            <a:ext cx="51435" cy="221615"/>
          </a:xfrm>
          <a:custGeom>
            <a:avLst/>
            <a:gdLst/>
            <a:ahLst/>
            <a:cxnLst/>
            <a:rect l="l" t="t" r="r" b="b"/>
            <a:pathLst>
              <a:path w="51435" h="221614">
                <a:moveTo>
                  <a:pt x="50947" y="221288"/>
                </a:moveTo>
                <a:lnTo>
                  <a:pt x="0" y="221288"/>
                </a:lnTo>
                <a:lnTo>
                  <a:pt x="0" y="0"/>
                </a:lnTo>
                <a:lnTo>
                  <a:pt x="50947" y="0"/>
                </a:lnTo>
                <a:lnTo>
                  <a:pt x="50947" y="221288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254400" y="4787635"/>
            <a:ext cx="1622425" cy="500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2610"/>
              </a:lnSpc>
              <a:spcBef>
                <a:spcPts val="114"/>
              </a:spcBef>
            </a:pPr>
            <a:r>
              <a:rPr dirty="0" baseline="53333" sz="1875" spc="419" b="1">
                <a:solidFill>
                  <a:srgbClr val="5DB8CA"/>
                </a:solidFill>
                <a:latin typeface="Arial"/>
                <a:cs typeface="Arial"/>
              </a:rPr>
              <a:t>11</a:t>
            </a:r>
            <a:r>
              <a:rPr dirty="0" sz="3100" spc="280" b="1">
                <a:solidFill>
                  <a:srgbClr val="5DB8CA"/>
                </a:solidFill>
                <a:latin typeface="Times New Roman"/>
                <a:cs typeface="Times New Roman"/>
              </a:rPr>
              <a:t>local</a:t>
            </a:r>
            <a:r>
              <a:rPr dirty="0" baseline="62222" sz="1875" spc="419" b="1">
                <a:solidFill>
                  <a:srgbClr val="5DB8CA"/>
                </a:solidFill>
                <a:latin typeface="Arial"/>
                <a:cs typeface="Arial"/>
              </a:rPr>
              <a:t>11</a:t>
            </a:r>
            <a:endParaRPr baseline="62222" sz="1875">
              <a:latin typeface="Arial"/>
              <a:cs typeface="Arial"/>
            </a:endParaRPr>
          </a:p>
          <a:p>
            <a:pPr algn="r" marR="30480">
              <a:lnSpc>
                <a:spcPts val="740"/>
              </a:lnSpc>
            </a:pPr>
            <a:r>
              <a:rPr dirty="0" sz="1250" spc="50" b="1">
                <a:solidFill>
                  <a:srgbClr val="F9F9F9"/>
                </a:solidFill>
                <a:latin typeface="Arial"/>
                <a:cs typeface="Arial"/>
              </a:rPr>
              <a:t>,</a:t>
            </a:r>
            <a:endParaRPr sz="12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363333" y="5488265"/>
            <a:ext cx="64135" cy="194945"/>
          </a:xfrm>
          <a:custGeom>
            <a:avLst/>
            <a:gdLst/>
            <a:ahLst/>
            <a:cxnLst/>
            <a:rect l="l" t="t" r="r" b="b"/>
            <a:pathLst>
              <a:path w="64135" h="194945">
                <a:moveTo>
                  <a:pt x="63684" y="194733"/>
                </a:moveTo>
                <a:lnTo>
                  <a:pt x="0" y="194733"/>
                </a:lnTo>
                <a:lnTo>
                  <a:pt x="0" y="0"/>
                </a:lnTo>
                <a:lnTo>
                  <a:pt x="63684" y="0"/>
                </a:lnTo>
                <a:lnTo>
                  <a:pt x="63684" y="194733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87373" y="5215301"/>
            <a:ext cx="2871470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2715"/>
              </a:lnSpc>
              <a:spcBef>
                <a:spcPts val="114"/>
              </a:spcBef>
            </a:pPr>
            <a:r>
              <a:rPr dirty="0" baseline="50505" sz="1650" spc="375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r>
              <a:rPr dirty="0" sz="3150" spc="250" b="1">
                <a:solidFill>
                  <a:srgbClr val="8569C1"/>
                </a:solidFill>
                <a:latin typeface="Times New Roman"/>
                <a:cs typeface="Times New Roman"/>
              </a:rPr>
              <a:t>description</a:t>
            </a:r>
            <a:r>
              <a:rPr dirty="0" baseline="70707" sz="1650" spc="375" b="1">
                <a:solidFill>
                  <a:srgbClr val="8569C1"/>
                </a:solidFill>
                <a:latin typeface="Arial"/>
                <a:cs typeface="Arial"/>
              </a:rPr>
              <a:t>11</a:t>
            </a:r>
            <a:endParaRPr baseline="70707" sz="1650">
              <a:latin typeface="Arial"/>
              <a:cs typeface="Arial"/>
            </a:endParaRPr>
          </a:p>
          <a:p>
            <a:pPr algn="r" marR="30480">
              <a:lnSpc>
                <a:spcPts val="655"/>
              </a:lnSpc>
            </a:pPr>
            <a:r>
              <a:rPr dirty="0" sz="1100" spc="20" b="1">
                <a:solidFill>
                  <a:srgbClr val="E9E9EB"/>
                </a:solidFill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50654" y="5272749"/>
            <a:ext cx="15621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10">
                <a:solidFill>
                  <a:srgbClr val="5DB8CA"/>
                </a:solidFill>
                <a:latin typeface="Times New Roman"/>
                <a:cs typeface="Times New Roman"/>
              </a:rPr>
              <a:t>11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90018" y="5451474"/>
            <a:ext cx="1631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80">
                <a:solidFill>
                  <a:srgbClr val="5DB8CA"/>
                </a:solidFill>
                <a:latin typeface="Times New Roman"/>
                <a:cs typeface="Times New Roman"/>
              </a:rPr>
              <a:t>•••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78552" y="5247216"/>
            <a:ext cx="17335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0">
                <a:solidFill>
                  <a:srgbClr val="5DB8CA"/>
                </a:solidFill>
                <a:latin typeface="Times New Roman"/>
                <a:cs typeface="Times New Roman"/>
              </a:rPr>
              <a:t>11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182840" y="5743009"/>
            <a:ext cx="153035" cy="459105"/>
          </a:xfrm>
          <a:custGeom>
            <a:avLst/>
            <a:gdLst/>
            <a:ahLst/>
            <a:cxnLst/>
            <a:rect l="l" t="t" r="r" b="b"/>
            <a:pathLst>
              <a:path w="153035" h="459104">
                <a:moveTo>
                  <a:pt x="152843" y="458627"/>
                </a:moveTo>
                <a:lnTo>
                  <a:pt x="0" y="458627"/>
                </a:lnTo>
                <a:lnTo>
                  <a:pt x="0" y="0"/>
                </a:lnTo>
                <a:lnTo>
                  <a:pt x="152843" y="0"/>
                </a:lnTo>
                <a:lnTo>
                  <a:pt x="152843" y="458627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75259" y="6177057"/>
            <a:ext cx="153035" cy="459105"/>
          </a:xfrm>
          <a:custGeom>
            <a:avLst/>
            <a:gdLst/>
            <a:ahLst/>
            <a:cxnLst/>
            <a:rect l="l" t="t" r="r" b="b"/>
            <a:pathLst>
              <a:path w="153035" h="459104">
                <a:moveTo>
                  <a:pt x="152843" y="458627"/>
                </a:moveTo>
                <a:lnTo>
                  <a:pt x="0" y="458627"/>
                </a:lnTo>
                <a:lnTo>
                  <a:pt x="0" y="0"/>
                </a:lnTo>
                <a:lnTo>
                  <a:pt x="152843" y="0"/>
                </a:lnTo>
                <a:lnTo>
                  <a:pt x="152843" y="458627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67677" y="6611106"/>
            <a:ext cx="140335" cy="459105"/>
          </a:xfrm>
          <a:custGeom>
            <a:avLst/>
            <a:gdLst/>
            <a:ahLst/>
            <a:cxnLst/>
            <a:rect l="l" t="t" r="r" b="b"/>
            <a:pathLst>
              <a:path w="140334" h="459104">
                <a:moveTo>
                  <a:pt x="140106" y="458627"/>
                </a:moveTo>
                <a:lnTo>
                  <a:pt x="0" y="458627"/>
                </a:lnTo>
                <a:lnTo>
                  <a:pt x="0" y="0"/>
                </a:lnTo>
                <a:lnTo>
                  <a:pt x="140106" y="0"/>
                </a:lnTo>
                <a:lnTo>
                  <a:pt x="140106" y="458627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04974" y="7842553"/>
            <a:ext cx="14337665" cy="569595"/>
          </a:xfrm>
          <a:custGeom>
            <a:avLst/>
            <a:gdLst/>
            <a:ahLst/>
            <a:cxnLst/>
            <a:rect l="l" t="t" r="r" b="b"/>
            <a:pathLst>
              <a:path w="14337665" h="569595">
                <a:moveTo>
                  <a:pt x="14337313" y="569037"/>
                </a:moveTo>
                <a:lnTo>
                  <a:pt x="0" y="569037"/>
                </a:lnTo>
                <a:lnTo>
                  <a:pt x="0" y="0"/>
                </a:lnTo>
                <a:lnTo>
                  <a:pt x="14337313" y="0"/>
                </a:lnTo>
                <a:lnTo>
                  <a:pt x="14337313" y="569037"/>
                </a:lnTo>
                <a:close/>
              </a:path>
            </a:pathLst>
          </a:custGeom>
          <a:solidFill>
            <a:srgbClr val="1516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82596" y="5732329"/>
            <a:ext cx="14413865" cy="350710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99845">
              <a:lnSpc>
                <a:spcPct val="100000"/>
              </a:lnSpc>
              <a:spcBef>
                <a:spcPts val="115"/>
              </a:spcBef>
            </a:pPr>
            <a:r>
              <a:rPr dirty="0" sz="2700" spc="-50">
                <a:solidFill>
                  <a:srgbClr val="E9E9EB"/>
                </a:solidFill>
                <a:latin typeface="Arial"/>
                <a:cs typeface="Arial"/>
              </a:rPr>
              <a:t>}</a:t>
            </a:r>
            <a:endParaRPr sz="2700">
              <a:latin typeface="Arial"/>
              <a:cs typeface="Arial"/>
            </a:endParaRPr>
          </a:p>
          <a:p>
            <a:pPr marL="892175">
              <a:lnSpc>
                <a:spcPct val="100000"/>
              </a:lnSpc>
              <a:spcBef>
                <a:spcPts val="175"/>
              </a:spcBef>
            </a:pPr>
            <a:r>
              <a:rPr dirty="0" sz="2700" spc="-50">
                <a:solidFill>
                  <a:srgbClr val="E9E9EB"/>
                </a:solidFill>
                <a:latin typeface="Arial"/>
                <a:cs typeface="Arial"/>
              </a:rPr>
              <a:t>}</a:t>
            </a:r>
            <a:endParaRPr sz="270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80"/>
              </a:spcBef>
            </a:pPr>
            <a:r>
              <a:rPr dirty="0" sz="2700" spc="-50">
                <a:solidFill>
                  <a:srgbClr val="E9E9EB"/>
                </a:solidFill>
                <a:latin typeface="Arial"/>
                <a:cs typeface="Arial"/>
              </a:rPr>
              <a:t>}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7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</a:pPr>
            <a:r>
              <a:rPr dirty="0" sz="3350">
                <a:solidFill>
                  <a:srgbClr val="E9E9EB"/>
                </a:solidFill>
                <a:latin typeface="Arial"/>
                <a:cs typeface="Arial"/>
              </a:rPr>
              <a:t>As</a:t>
            </a:r>
            <a:r>
              <a:rPr dirty="0" sz="3350" spc="-13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65">
                <a:solidFill>
                  <a:srgbClr val="E9E9EB"/>
                </a:solidFill>
                <a:latin typeface="Arial"/>
                <a:cs typeface="Arial"/>
              </a:rPr>
              <a:t>you</a:t>
            </a:r>
            <a:r>
              <a:rPr dirty="0" sz="3350" spc="-12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75">
                <a:solidFill>
                  <a:srgbClr val="E9E9EB"/>
                </a:solidFill>
                <a:latin typeface="Arial"/>
                <a:cs typeface="Arial"/>
              </a:rPr>
              <a:t>adopt</a:t>
            </a:r>
            <a:r>
              <a:rPr dirty="0" sz="3350" spc="7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90">
                <a:solidFill>
                  <a:srgbClr val="E9E9EB"/>
                </a:solidFill>
                <a:latin typeface="Arial"/>
                <a:cs typeface="Arial"/>
              </a:rPr>
              <a:t>more</a:t>
            </a:r>
            <a:r>
              <a:rPr dirty="0" sz="3350" spc="-2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75">
                <a:solidFill>
                  <a:srgbClr val="E9E9EB"/>
                </a:solidFill>
                <a:latin typeface="Arial"/>
                <a:cs typeface="Arial"/>
              </a:rPr>
              <a:t>AI</a:t>
            </a:r>
            <a:r>
              <a:rPr dirty="0" sz="3350" spc="8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100">
                <a:solidFill>
                  <a:srgbClr val="E9E9EB"/>
                </a:solidFill>
                <a:latin typeface="Arial"/>
                <a:cs typeface="Arial"/>
              </a:rPr>
              <a:t>tools,</a:t>
            </a:r>
            <a:r>
              <a:rPr dirty="0" sz="3350" spc="-17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65">
                <a:solidFill>
                  <a:srgbClr val="E9E9EB"/>
                </a:solidFill>
                <a:latin typeface="Arial"/>
                <a:cs typeface="Arial"/>
              </a:rPr>
              <a:t>you</a:t>
            </a:r>
            <a:r>
              <a:rPr dirty="0" sz="3350" spc="-2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E9E9EB"/>
                </a:solidFill>
                <a:latin typeface="Arial"/>
                <a:cs typeface="Arial"/>
              </a:rPr>
              <a:t>have</a:t>
            </a:r>
            <a:r>
              <a:rPr dirty="0" sz="3350" spc="-65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E9E9EB"/>
                </a:solidFill>
                <a:latin typeface="Arial"/>
                <a:cs typeface="Arial"/>
              </a:rPr>
              <a:t>to</a:t>
            </a:r>
            <a:r>
              <a:rPr dirty="0" sz="3350" spc="335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E9E9EB"/>
                </a:solidFill>
                <a:latin typeface="Arial"/>
                <a:cs typeface="Arial"/>
              </a:rPr>
              <a:t>manage</a:t>
            </a:r>
            <a:r>
              <a:rPr dirty="0" sz="3350" spc="155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70">
                <a:solidFill>
                  <a:srgbClr val="E9E9EB"/>
                </a:solidFill>
                <a:latin typeface="Arial"/>
                <a:cs typeface="Arial"/>
              </a:rPr>
              <a:t>more</a:t>
            </a:r>
            <a:r>
              <a:rPr dirty="0" sz="3350" spc="10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65">
                <a:solidFill>
                  <a:srgbClr val="E9E9EB"/>
                </a:solidFill>
                <a:latin typeface="Arial"/>
                <a:cs typeface="Arial"/>
              </a:rPr>
              <a:t>configuration</a:t>
            </a:r>
            <a:r>
              <a:rPr dirty="0" sz="3350" spc="135">
                <a:solidFill>
                  <a:srgbClr val="E9E9EB"/>
                </a:solidFill>
                <a:latin typeface="Arial"/>
                <a:cs typeface="Arial"/>
              </a:rPr>
              <a:t> </a:t>
            </a:r>
            <a:r>
              <a:rPr dirty="0" sz="3350" spc="75">
                <a:solidFill>
                  <a:srgbClr val="E9E9EB"/>
                </a:solidFill>
                <a:latin typeface="Arial"/>
                <a:cs typeface="Arial"/>
              </a:rPr>
              <a:t>files.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dirty="0" sz="3350" spc="-409">
                <a:solidFill>
                  <a:srgbClr val="777E87"/>
                </a:solidFill>
                <a:latin typeface="Courier New"/>
                <a:cs typeface="Courier New"/>
              </a:rPr>
              <a:t>One</a:t>
            </a:r>
            <a:r>
              <a:rPr dirty="0" sz="3350" spc="-1290">
                <a:solidFill>
                  <a:srgbClr val="777E87"/>
                </a:solidFill>
                <a:latin typeface="Courier New"/>
                <a:cs typeface="Courier New"/>
              </a:rPr>
              <a:t> </a:t>
            </a:r>
            <a:r>
              <a:rPr dirty="0" sz="2850">
                <a:solidFill>
                  <a:srgbClr val="777E87"/>
                </a:solidFill>
                <a:latin typeface="Arial"/>
                <a:cs typeface="Arial"/>
              </a:rPr>
              <a:t>file</a:t>
            </a:r>
            <a:r>
              <a:rPr dirty="0" sz="2850" spc="-175">
                <a:solidFill>
                  <a:srgbClr val="777E87"/>
                </a:solidFill>
                <a:latin typeface="Arial"/>
                <a:cs typeface="Arial"/>
              </a:rPr>
              <a:t> </a:t>
            </a:r>
            <a:r>
              <a:rPr dirty="0" sz="2850" spc="-80">
                <a:solidFill>
                  <a:srgbClr val="777E87"/>
                </a:solidFill>
                <a:latin typeface="Arial"/>
                <a:cs typeface="Arial"/>
              </a:rPr>
              <a:t>down,</a:t>
            </a:r>
            <a:r>
              <a:rPr dirty="0" sz="2850" spc="-35">
                <a:solidFill>
                  <a:srgbClr val="777E87"/>
                </a:solidFill>
                <a:latin typeface="Arial"/>
                <a:cs typeface="Arial"/>
              </a:rPr>
              <a:t> </a:t>
            </a:r>
            <a:r>
              <a:rPr dirty="0" sz="2850" spc="-70">
                <a:solidFill>
                  <a:srgbClr val="777E87"/>
                </a:solidFill>
                <a:latin typeface="Arial"/>
                <a:cs typeface="Arial"/>
              </a:rPr>
              <a:t>six</a:t>
            </a:r>
            <a:r>
              <a:rPr dirty="0" sz="2850" spc="-105">
                <a:solidFill>
                  <a:srgbClr val="777E87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777E87"/>
                </a:solidFill>
                <a:latin typeface="Arial"/>
                <a:cs typeface="Arial"/>
              </a:rPr>
              <a:t>to</a:t>
            </a:r>
            <a:r>
              <a:rPr dirty="0" sz="2850" spc="-240">
                <a:solidFill>
                  <a:srgbClr val="777E87"/>
                </a:solidFill>
                <a:latin typeface="Arial"/>
                <a:cs typeface="Arial"/>
              </a:rPr>
              <a:t> </a:t>
            </a:r>
            <a:r>
              <a:rPr dirty="0" sz="2850" spc="-10">
                <a:solidFill>
                  <a:srgbClr val="777E87"/>
                </a:solidFill>
                <a:latin typeface="Arial"/>
                <a:cs typeface="Arial"/>
              </a:rPr>
              <a:t>go...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1433" y="739426"/>
            <a:ext cx="10774045" cy="1035685"/>
          </a:xfrm>
          <a:custGeom>
            <a:avLst/>
            <a:gdLst/>
            <a:ahLst/>
            <a:cxnLst/>
            <a:rect l="l" t="t" r="r" b="b"/>
            <a:pathLst>
              <a:path w="10774044" h="1035685">
                <a:moveTo>
                  <a:pt x="10773943" y="1035628"/>
                </a:moveTo>
                <a:lnTo>
                  <a:pt x="0" y="1035628"/>
                </a:lnTo>
                <a:lnTo>
                  <a:pt x="0" y="0"/>
                </a:lnTo>
                <a:lnTo>
                  <a:pt x="10773943" y="0"/>
                </a:lnTo>
                <a:lnTo>
                  <a:pt x="10773943" y="1035628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767" rIns="0" bIns="0" rtlCol="0" vert="horz">
            <a:spAutoFit/>
          </a:bodyPr>
          <a:lstStyle/>
          <a:p>
            <a:pPr marL="2502535">
              <a:lnSpc>
                <a:spcPct val="100000"/>
              </a:lnSpc>
              <a:spcBef>
                <a:spcPts val="130"/>
              </a:spcBef>
            </a:pPr>
            <a:r>
              <a:rPr dirty="0" spc="55"/>
              <a:t>Master</a:t>
            </a:r>
            <a:r>
              <a:rPr dirty="0" spc="85"/>
              <a:t> </a:t>
            </a:r>
            <a:r>
              <a:rPr dirty="0" spc="285"/>
              <a:t>the</a:t>
            </a:r>
            <a:r>
              <a:rPr dirty="0" spc="-235"/>
              <a:t> </a:t>
            </a:r>
            <a:r>
              <a:rPr dirty="0" spc="114"/>
              <a:t>'Context</a:t>
            </a:r>
            <a:r>
              <a:rPr dirty="0" spc="135"/>
              <a:t> </a:t>
            </a:r>
            <a:r>
              <a:rPr dirty="0" spc="-40"/>
              <a:t>Economy'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15127" y="2845170"/>
            <a:ext cx="1943735" cy="441959"/>
          </a:xfrm>
          <a:prstGeom prst="rect">
            <a:avLst/>
          </a:prstGeom>
          <a:solidFill>
            <a:srgbClr val="111316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2600" spc="70">
                <a:solidFill>
                  <a:srgbClr val="E1E4E4"/>
                </a:solidFill>
                <a:latin typeface="Arial"/>
                <a:cs typeface="Arial"/>
              </a:rPr>
              <a:t>The</a:t>
            </a:r>
            <a:r>
              <a:rPr dirty="0" sz="2600" spc="-265">
                <a:solidFill>
                  <a:srgbClr val="E1E4E4"/>
                </a:solidFill>
                <a:latin typeface="Arial"/>
                <a:cs typeface="Arial"/>
              </a:rPr>
              <a:t> </a:t>
            </a:r>
            <a:r>
              <a:rPr dirty="0" sz="2600" spc="45">
                <a:solidFill>
                  <a:srgbClr val="E1E4E4"/>
                </a:solidFill>
                <a:latin typeface="Arial"/>
                <a:cs typeface="Arial"/>
              </a:rPr>
              <a:t>Problem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572" y="3364210"/>
            <a:ext cx="4617085" cy="1057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Every</a:t>
            </a:r>
            <a:r>
              <a:rPr dirty="0" sz="2150" spc="18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50">
                <a:solidFill>
                  <a:srgbClr val="9C9C9E"/>
                </a:solidFill>
                <a:latin typeface="Arial"/>
                <a:cs typeface="Arial"/>
              </a:rPr>
              <a:t>active</a:t>
            </a:r>
            <a:r>
              <a:rPr dirty="0" sz="2150" spc="12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server</a:t>
            </a:r>
            <a:r>
              <a:rPr dirty="0" sz="2150" spc="114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consumes</a:t>
            </a:r>
            <a:r>
              <a:rPr dirty="0" sz="2150" spc="12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9C9C9E"/>
                </a:solidFill>
                <a:latin typeface="Arial"/>
                <a:cs typeface="Arial"/>
              </a:rPr>
              <a:t>your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200">
                <a:solidFill>
                  <a:srgbClr val="9C9C9E"/>
                </a:solidFill>
                <a:latin typeface="Arial"/>
                <a:cs typeface="Arial"/>
              </a:rPr>
              <a:t>model's</a:t>
            </a:r>
            <a:r>
              <a:rPr dirty="0" sz="2200" spc="10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9C9C9E"/>
                </a:solidFill>
                <a:latin typeface="Arial"/>
                <a:cs typeface="Arial"/>
              </a:rPr>
              <a:t>context</a:t>
            </a:r>
            <a:r>
              <a:rPr dirty="0" sz="2200" spc="37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9C9C9E"/>
                </a:solidFill>
                <a:latin typeface="Arial"/>
                <a:cs typeface="Arial"/>
              </a:rPr>
              <a:t>window</a:t>
            </a:r>
            <a:r>
              <a:rPr dirty="0" sz="2200" spc="34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200" spc="40">
                <a:solidFill>
                  <a:srgbClr val="9C9C9E"/>
                </a:solidFill>
                <a:latin typeface="Arial"/>
                <a:cs typeface="Arial"/>
              </a:rPr>
              <a:t>with</a:t>
            </a:r>
            <a:endParaRPr sz="22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225"/>
              </a:spcBef>
            </a:pP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system</a:t>
            </a:r>
            <a:r>
              <a:rPr dirty="0" sz="2150" spc="16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55">
                <a:solidFill>
                  <a:srgbClr val="9C9C9E"/>
                </a:solidFill>
                <a:latin typeface="Arial"/>
                <a:cs typeface="Arial"/>
              </a:rPr>
              <a:t>prompts</a:t>
            </a:r>
            <a:r>
              <a:rPr dirty="0" sz="2150" spc="114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and</a:t>
            </a:r>
            <a:r>
              <a:rPr dirty="0" sz="2150" spc="8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65">
                <a:solidFill>
                  <a:srgbClr val="9C9C9E"/>
                </a:solidFill>
                <a:latin typeface="Arial"/>
                <a:cs typeface="Arial"/>
              </a:rPr>
              <a:t>tool</a:t>
            </a:r>
            <a:r>
              <a:rPr dirty="0" sz="2150" spc="1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9C9C9E"/>
                </a:solidFill>
                <a:latin typeface="Arial"/>
                <a:cs typeface="Arial"/>
              </a:rPr>
              <a:t>definitions.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17881" y="4409358"/>
            <a:ext cx="64135" cy="365760"/>
          </a:xfrm>
          <a:custGeom>
            <a:avLst/>
            <a:gdLst/>
            <a:ahLst/>
            <a:cxnLst/>
            <a:rect l="l" t="t" r="r" b="b"/>
            <a:pathLst>
              <a:path w="64135" h="365760">
                <a:moveTo>
                  <a:pt x="63684" y="365203"/>
                </a:moveTo>
                <a:lnTo>
                  <a:pt x="0" y="365203"/>
                </a:lnTo>
                <a:lnTo>
                  <a:pt x="0" y="0"/>
                </a:lnTo>
                <a:lnTo>
                  <a:pt x="63684" y="0"/>
                </a:lnTo>
                <a:lnTo>
                  <a:pt x="63684" y="365203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03745" y="4398268"/>
            <a:ext cx="4078604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Too</a:t>
            </a:r>
            <a:r>
              <a:rPr dirty="0" sz="2150" spc="-4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many</a:t>
            </a:r>
            <a:r>
              <a:rPr dirty="0" sz="2150" spc="16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45">
                <a:solidFill>
                  <a:srgbClr val="9C9C9E"/>
                </a:solidFill>
                <a:latin typeface="Arial"/>
                <a:cs typeface="Arial"/>
              </a:rPr>
              <a:t>se</a:t>
            </a:r>
            <a:r>
              <a:rPr dirty="0" sz="2150" spc="45">
                <a:solidFill>
                  <a:srgbClr val="B5B5B6"/>
                </a:solidFill>
                <a:latin typeface="Arial"/>
                <a:cs typeface="Arial"/>
              </a:rPr>
              <a:t>r</a:t>
            </a:r>
            <a:r>
              <a:rPr dirty="0" sz="2150" spc="45">
                <a:solidFill>
                  <a:srgbClr val="9C9C9E"/>
                </a:solidFill>
                <a:latin typeface="Arial"/>
                <a:cs typeface="Arial"/>
              </a:rPr>
              <a:t>vers</a:t>
            </a:r>
            <a:r>
              <a:rPr dirty="0" sz="2150" spc="-16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lead</a:t>
            </a:r>
            <a:r>
              <a:rPr dirty="0" sz="2150" spc="1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to</a:t>
            </a:r>
            <a:r>
              <a:rPr dirty="0" sz="2150" spc="25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9C9C9E"/>
                </a:solidFill>
                <a:latin typeface="Arial"/>
                <a:cs typeface="Arial"/>
              </a:rPr>
              <a:t>slower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970" y="4755719"/>
            <a:ext cx="345884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inference</a:t>
            </a:r>
            <a:r>
              <a:rPr dirty="0" sz="2150" spc="19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and</a:t>
            </a:r>
            <a:r>
              <a:rPr dirty="0" sz="2150" spc="17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higher</a:t>
            </a:r>
            <a:r>
              <a:rPr dirty="0" sz="2150" spc="30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50">
                <a:solidFill>
                  <a:srgbClr val="9C9C9E"/>
                </a:solidFill>
                <a:latin typeface="Arial"/>
                <a:cs typeface="Arial"/>
              </a:rPr>
              <a:t>costs.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63278" y="3151557"/>
            <a:ext cx="2063750" cy="441959"/>
          </a:xfrm>
          <a:custGeom>
            <a:avLst/>
            <a:gdLst/>
            <a:ahLst/>
            <a:cxnLst/>
            <a:rect l="l" t="t" r="r" b="b"/>
            <a:pathLst>
              <a:path w="2063750" h="441960">
                <a:moveTo>
                  <a:pt x="2063380" y="441641"/>
                </a:moveTo>
                <a:lnTo>
                  <a:pt x="0" y="441641"/>
                </a:lnTo>
                <a:lnTo>
                  <a:pt x="0" y="0"/>
                </a:lnTo>
                <a:lnTo>
                  <a:pt x="2063380" y="0"/>
                </a:lnTo>
                <a:lnTo>
                  <a:pt x="2063380" y="441641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935993" y="3151557"/>
            <a:ext cx="1261110" cy="441959"/>
          </a:xfrm>
          <a:custGeom>
            <a:avLst/>
            <a:gdLst/>
            <a:ahLst/>
            <a:cxnLst/>
            <a:rect l="l" t="t" r="r" b="b"/>
            <a:pathLst>
              <a:path w="1261109" h="441960">
                <a:moveTo>
                  <a:pt x="1260955" y="441641"/>
                </a:moveTo>
                <a:lnTo>
                  <a:pt x="0" y="441641"/>
                </a:lnTo>
                <a:lnTo>
                  <a:pt x="0" y="0"/>
                </a:lnTo>
                <a:lnTo>
                  <a:pt x="1260955" y="0"/>
                </a:lnTo>
                <a:lnTo>
                  <a:pt x="1260955" y="441641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50578" y="3140802"/>
            <a:ext cx="3499485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130">
                <a:solidFill>
                  <a:srgbClr val="E1E4E4"/>
                </a:solidFill>
                <a:latin typeface="Arial"/>
                <a:cs typeface="Arial"/>
              </a:rPr>
              <a:t>Performance</a:t>
            </a:r>
            <a:r>
              <a:rPr dirty="0" sz="2600" spc="-30">
                <a:solidFill>
                  <a:srgbClr val="E1E4E4"/>
                </a:solidFill>
                <a:latin typeface="Arial"/>
                <a:cs typeface="Arial"/>
              </a:rPr>
              <a:t> </a:t>
            </a:r>
            <a:r>
              <a:rPr dirty="0" sz="2600" spc="145">
                <a:solidFill>
                  <a:srgbClr val="E1E4E4"/>
                </a:solidFill>
                <a:latin typeface="Arial"/>
                <a:cs typeface="Arial"/>
              </a:rPr>
              <a:t>Insights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92554" y="3108887"/>
            <a:ext cx="245110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30">
                <a:solidFill>
                  <a:srgbClr val="9C9C9E"/>
                </a:solidFill>
                <a:latin typeface="Arial"/>
                <a:cs typeface="Arial"/>
              </a:rPr>
              <a:t>0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4658" y="4415330"/>
            <a:ext cx="828040" cy="459105"/>
          </a:xfrm>
          <a:prstGeom prst="rect">
            <a:avLst/>
          </a:prstGeom>
          <a:solidFill>
            <a:srgbClr val="111316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700" spc="-45">
                <a:solidFill>
                  <a:srgbClr val="C6CCCF"/>
                </a:solidFill>
                <a:latin typeface="Arial"/>
                <a:cs typeface="Arial"/>
              </a:rPr>
              <a:t>Tools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8888" y="4415330"/>
            <a:ext cx="1105535" cy="459105"/>
          </a:xfrm>
          <a:prstGeom prst="rect">
            <a:avLst/>
          </a:prstGeom>
          <a:solidFill>
            <a:srgbClr val="111316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700" spc="-50">
                <a:solidFill>
                  <a:srgbClr val="C6CCCF"/>
                </a:solidFill>
                <a:latin typeface="Arial"/>
                <a:cs typeface="Arial"/>
              </a:rPr>
              <a:t>Toke</a:t>
            </a:r>
            <a:r>
              <a:rPr dirty="0" sz="2700" spc="-50">
                <a:solidFill>
                  <a:srgbClr val="E1E4E4"/>
                </a:solidFill>
                <a:latin typeface="Arial"/>
                <a:cs typeface="Arial"/>
              </a:rPr>
              <a:t>n</a:t>
            </a:r>
            <a:r>
              <a:rPr dirty="0" sz="2700" spc="-50">
                <a:solidFill>
                  <a:srgbClr val="C6CCCF"/>
                </a:solidFill>
                <a:latin typeface="Arial"/>
                <a:cs typeface="Arial"/>
              </a:rPr>
              <a:t>s</a:t>
            </a:r>
            <a:endParaRPr sz="2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48813" y="4415330"/>
            <a:ext cx="942975" cy="459105"/>
          </a:xfrm>
          <a:prstGeom prst="rect">
            <a:avLst/>
          </a:prstGeom>
          <a:solidFill>
            <a:srgbClr val="111316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700" spc="-10">
                <a:solidFill>
                  <a:srgbClr val="C6CCCF"/>
                </a:solidFill>
                <a:latin typeface="Arial"/>
                <a:cs typeface="Arial"/>
              </a:rPr>
              <a:t>Active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29967" y="4404650"/>
            <a:ext cx="61214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70">
                <a:solidFill>
                  <a:srgbClr val="01446E"/>
                </a:solidFill>
                <a:latin typeface="Arial"/>
                <a:cs typeface="Arial"/>
              </a:rPr>
              <a:t>Live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4010" y="5372492"/>
            <a:ext cx="446405" cy="527050"/>
          </a:xfrm>
          <a:prstGeom prst="rect">
            <a:avLst/>
          </a:prstGeom>
          <a:solidFill>
            <a:srgbClr val="111316"/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3100" spc="-25">
                <a:solidFill>
                  <a:srgbClr val="E1E4E4"/>
                </a:solidFill>
                <a:latin typeface="Arial"/>
                <a:cs typeface="Arial"/>
              </a:rPr>
              <a:t>75</a:t>
            </a:r>
            <a:endParaRPr sz="3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79505" y="5364303"/>
            <a:ext cx="1273810" cy="558165"/>
          </a:xfrm>
          <a:prstGeom prst="rect">
            <a:avLst/>
          </a:prstGeom>
          <a:solidFill>
            <a:srgbClr val="111316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3150" spc="-10" b="1">
                <a:solidFill>
                  <a:srgbClr val="E1E4E4"/>
                </a:solidFill>
                <a:latin typeface="Arial"/>
                <a:cs typeface="Arial"/>
              </a:rPr>
              <a:t>20,212</a:t>
            </a:r>
            <a:endParaRPr sz="3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5127" y="6151600"/>
            <a:ext cx="1953895" cy="441959"/>
          </a:xfrm>
          <a:prstGeom prst="rect">
            <a:avLst/>
          </a:prstGeom>
          <a:solidFill>
            <a:srgbClr val="111316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2600" spc="70">
                <a:solidFill>
                  <a:srgbClr val="E1E4E4"/>
                </a:solidFill>
                <a:latin typeface="Arial"/>
                <a:cs typeface="Arial"/>
              </a:rPr>
              <a:t>The</a:t>
            </a:r>
            <a:r>
              <a:rPr dirty="0" sz="2600" spc="-285">
                <a:solidFill>
                  <a:srgbClr val="E1E4E4"/>
                </a:solidFill>
                <a:latin typeface="Arial"/>
                <a:cs typeface="Arial"/>
              </a:rPr>
              <a:t> </a:t>
            </a:r>
            <a:r>
              <a:rPr dirty="0" sz="2600" spc="75">
                <a:solidFill>
                  <a:srgbClr val="E1E4E4"/>
                </a:solidFill>
                <a:latin typeface="Arial"/>
                <a:cs typeface="Arial"/>
              </a:rPr>
              <a:t>Solution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56148" y="7383869"/>
            <a:ext cx="38735" cy="365760"/>
          </a:xfrm>
          <a:custGeom>
            <a:avLst/>
            <a:gdLst/>
            <a:ahLst/>
            <a:cxnLst/>
            <a:rect l="l" t="t" r="r" b="b"/>
            <a:pathLst>
              <a:path w="38735" h="365759">
                <a:moveTo>
                  <a:pt x="38210" y="365203"/>
                </a:moveTo>
                <a:lnTo>
                  <a:pt x="0" y="365203"/>
                </a:lnTo>
                <a:lnTo>
                  <a:pt x="0" y="0"/>
                </a:lnTo>
                <a:lnTo>
                  <a:pt x="38210" y="0"/>
                </a:lnTo>
                <a:lnTo>
                  <a:pt x="38210" y="365203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191970" y="6683408"/>
            <a:ext cx="4311015" cy="1044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11430">
              <a:lnSpc>
                <a:spcPts val="2710"/>
              </a:lnSpc>
              <a:spcBef>
                <a:spcPts val="90"/>
              </a:spcBef>
            </a:pP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The</a:t>
            </a:r>
            <a:r>
              <a:rPr dirty="0" sz="2150" spc="16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Config</a:t>
            </a:r>
            <a:r>
              <a:rPr dirty="0" sz="2150" spc="11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Manager</a:t>
            </a:r>
            <a:r>
              <a:rPr dirty="0" sz="2150" spc="29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provides</a:t>
            </a:r>
            <a:r>
              <a:rPr dirty="0" sz="2150" spc="28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9C9C9E"/>
                </a:solidFill>
                <a:latin typeface="Arial"/>
                <a:cs typeface="Arial"/>
              </a:rPr>
              <a:t>live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performance</a:t>
            </a:r>
            <a:r>
              <a:rPr dirty="0" sz="2150" spc="509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insights,</a:t>
            </a:r>
            <a:r>
              <a:rPr dirty="0" sz="2150" spc="33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helping</a:t>
            </a:r>
            <a:r>
              <a:rPr dirty="0" sz="2150" spc="38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25">
                <a:solidFill>
                  <a:srgbClr val="9C9C9E"/>
                </a:solidFill>
                <a:latin typeface="Arial"/>
                <a:cs typeface="Arial"/>
              </a:rPr>
              <a:t>you 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make</a:t>
            </a:r>
            <a:r>
              <a:rPr dirty="0" sz="2150" spc="145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B5B5B6"/>
                </a:solidFill>
                <a:latin typeface="Arial"/>
                <a:cs typeface="Arial"/>
              </a:rPr>
              <a:t>i</a:t>
            </a:r>
            <a:r>
              <a:rPr dirty="0" sz="2150">
                <a:solidFill>
                  <a:srgbClr val="9C9C9E"/>
                </a:solidFill>
                <a:latin typeface="Arial"/>
                <a:cs typeface="Arial"/>
              </a:rPr>
              <a:t>nformed</a:t>
            </a:r>
            <a:r>
              <a:rPr dirty="0" sz="2150" spc="220">
                <a:solidFill>
                  <a:srgbClr val="9C9C9E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9C9C9E"/>
                </a:solidFill>
                <a:latin typeface="Arial"/>
                <a:cs typeface="Arial"/>
              </a:rPr>
              <a:t>decisions.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340661" y="5377070"/>
            <a:ext cx="624205" cy="558165"/>
          </a:xfrm>
          <a:custGeom>
            <a:avLst/>
            <a:gdLst/>
            <a:ahLst/>
            <a:cxnLst/>
            <a:rect l="l" t="t" r="r" b="b"/>
            <a:pathLst>
              <a:path w="624205" h="558164">
                <a:moveTo>
                  <a:pt x="624109" y="557646"/>
                </a:moveTo>
                <a:lnTo>
                  <a:pt x="0" y="557646"/>
                </a:lnTo>
                <a:lnTo>
                  <a:pt x="0" y="0"/>
                </a:lnTo>
                <a:lnTo>
                  <a:pt x="624109" y="0"/>
                </a:lnTo>
                <a:lnTo>
                  <a:pt x="624109" y="557646"/>
                </a:lnTo>
                <a:close/>
              </a:path>
            </a:pathLst>
          </a:custGeom>
          <a:solidFill>
            <a:srgbClr val="11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3327964" y="5368494"/>
            <a:ext cx="60007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-25" b="1">
                <a:solidFill>
                  <a:srgbClr val="E1E4E4"/>
                </a:solidFill>
                <a:latin typeface="Arial"/>
                <a:cs typeface="Arial"/>
              </a:rPr>
              <a:t>4/6</a:t>
            </a:r>
            <a:endParaRPr sz="3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95603" y="5451475"/>
            <a:ext cx="181673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>
                <a:solidFill>
                  <a:srgbClr val="13C190"/>
                </a:solidFill>
                <a:latin typeface="Arial"/>
                <a:cs typeface="Arial"/>
              </a:rPr>
              <a:t>--·--</a:t>
            </a:r>
            <a:r>
              <a:rPr dirty="0" sz="6900" spc="-50">
                <a:solidFill>
                  <a:srgbClr val="13C190"/>
                </a:solidFill>
                <a:latin typeface="Arial"/>
                <a:cs typeface="Arial"/>
              </a:rPr>
              <a:t>-</a:t>
            </a:r>
            <a:endParaRPr sz="6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4215" y="2630090"/>
            <a:ext cx="0" cy="2860040"/>
          </a:xfrm>
          <a:custGeom>
            <a:avLst/>
            <a:gdLst/>
            <a:ahLst/>
            <a:cxnLst/>
            <a:rect l="l" t="t" r="r" b="b"/>
            <a:pathLst>
              <a:path w="0" h="2860040">
                <a:moveTo>
                  <a:pt x="0" y="2859615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31310" y="3344993"/>
            <a:ext cx="2891790" cy="408940"/>
          </a:xfrm>
          <a:custGeom>
            <a:avLst/>
            <a:gdLst/>
            <a:ahLst/>
            <a:cxnLst/>
            <a:rect l="l" t="t" r="r" b="b"/>
            <a:pathLst>
              <a:path w="2891790" h="408939">
                <a:moveTo>
                  <a:pt x="0" y="0"/>
                </a:moveTo>
                <a:lnTo>
                  <a:pt x="2891280" y="0"/>
                </a:lnTo>
              </a:path>
              <a:path w="2891790" h="408939">
                <a:moveTo>
                  <a:pt x="2891280" y="408516"/>
                </a:moveTo>
                <a:lnTo>
                  <a:pt x="289128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833205" y="4072663"/>
            <a:ext cx="2789555" cy="166370"/>
          </a:xfrm>
          <a:custGeom>
            <a:avLst/>
            <a:gdLst/>
            <a:ahLst/>
            <a:cxnLst/>
            <a:rect l="l" t="t" r="r" b="b"/>
            <a:pathLst>
              <a:path w="2789554" h="166370">
                <a:moveTo>
                  <a:pt x="0" y="0"/>
                </a:moveTo>
                <a:lnTo>
                  <a:pt x="2789385" y="0"/>
                </a:lnTo>
              </a:path>
              <a:path w="2789554" h="166370">
                <a:moveTo>
                  <a:pt x="2789385" y="165959"/>
                </a:moveTo>
                <a:lnTo>
                  <a:pt x="2789385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31310" y="4506712"/>
            <a:ext cx="2904490" cy="89535"/>
          </a:xfrm>
          <a:custGeom>
            <a:avLst/>
            <a:gdLst/>
            <a:ahLst/>
            <a:cxnLst/>
            <a:rect l="l" t="t" r="r" b="b"/>
            <a:pathLst>
              <a:path w="2904490" h="89535">
                <a:moveTo>
                  <a:pt x="0" y="76596"/>
                </a:moveTo>
                <a:lnTo>
                  <a:pt x="2904017" y="76596"/>
                </a:lnTo>
              </a:path>
              <a:path w="2904490" h="89535">
                <a:moveTo>
                  <a:pt x="2891280" y="89362"/>
                </a:moveTo>
                <a:lnTo>
                  <a:pt x="289128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31310" y="5183318"/>
            <a:ext cx="2891790" cy="0"/>
          </a:xfrm>
          <a:custGeom>
            <a:avLst/>
            <a:gdLst/>
            <a:ahLst/>
            <a:cxnLst/>
            <a:rect l="l" t="t" r="r" b="b"/>
            <a:pathLst>
              <a:path w="2891790" h="0">
                <a:moveTo>
                  <a:pt x="0" y="0"/>
                </a:moveTo>
                <a:lnTo>
                  <a:pt x="289128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54888" y="5362044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17131" y="5362044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3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15736464" y="5362044"/>
            <a:ext cx="38735" cy="600075"/>
            <a:chOff x="15736464" y="5362044"/>
            <a:chExt cx="38735" cy="600075"/>
          </a:xfrm>
        </p:grpSpPr>
        <p:sp>
          <p:nvSpPr>
            <p:cNvPr id="10" name="object 10"/>
            <p:cNvSpPr/>
            <p:nvPr/>
          </p:nvSpPr>
          <p:spPr>
            <a:xfrm>
              <a:off x="15755569" y="5362044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w="0" h="255904">
                  <a:moveTo>
                    <a:pt x="0" y="25532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755569" y="5617367"/>
              <a:ext cx="0" cy="344805"/>
            </a:xfrm>
            <a:custGeom>
              <a:avLst/>
              <a:gdLst/>
              <a:ahLst/>
              <a:cxnLst/>
              <a:rect l="l" t="t" r="r" b="b"/>
              <a:pathLst>
                <a:path w="0" h="344804">
                  <a:moveTo>
                    <a:pt x="0" y="344685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7833205" y="5949286"/>
            <a:ext cx="2789555" cy="0"/>
          </a:xfrm>
          <a:custGeom>
            <a:avLst/>
            <a:gdLst/>
            <a:ahLst/>
            <a:cxnLst/>
            <a:rect l="l" t="t" r="r" b="b"/>
            <a:pathLst>
              <a:path w="2789554" h="0">
                <a:moveTo>
                  <a:pt x="0" y="0"/>
                </a:moveTo>
                <a:lnTo>
                  <a:pt x="278938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017131" y="5949286"/>
            <a:ext cx="2764155" cy="153670"/>
          </a:xfrm>
          <a:custGeom>
            <a:avLst/>
            <a:gdLst/>
            <a:ahLst/>
            <a:cxnLst/>
            <a:rect l="l" t="t" r="r" b="b"/>
            <a:pathLst>
              <a:path w="2764155" h="153670">
                <a:moveTo>
                  <a:pt x="0" y="0"/>
                </a:moveTo>
                <a:lnTo>
                  <a:pt x="2763911" y="0"/>
                </a:lnTo>
              </a:path>
              <a:path w="2764155" h="153670">
                <a:moveTo>
                  <a:pt x="2738437" y="153193"/>
                </a:moveTo>
                <a:lnTo>
                  <a:pt x="2738437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4215" y="6102480"/>
            <a:ext cx="0" cy="2910840"/>
          </a:xfrm>
          <a:custGeom>
            <a:avLst/>
            <a:gdLst/>
            <a:ahLst/>
            <a:cxnLst/>
            <a:rect l="l" t="t" r="r" b="b"/>
            <a:pathLst>
              <a:path w="0" h="2910840">
                <a:moveTo>
                  <a:pt x="0" y="291068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19103" y="6357803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54054" y="6983344"/>
            <a:ext cx="1668780" cy="0"/>
          </a:xfrm>
          <a:custGeom>
            <a:avLst/>
            <a:gdLst/>
            <a:ahLst/>
            <a:cxnLst/>
            <a:rect l="l" t="t" r="r" b="b"/>
            <a:pathLst>
              <a:path w="1668779" h="0">
                <a:moveTo>
                  <a:pt x="0" y="0"/>
                </a:moveTo>
                <a:lnTo>
                  <a:pt x="166853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54888" y="6983344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768392" y="567672"/>
            <a:ext cx="12233910" cy="956310"/>
          </a:xfrm>
          <a:prstGeom prst="rect"/>
          <a:solidFill>
            <a:srgbClr val="161A1F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z="5400" spc="265">
                <a:solidFill>
                  <a:srgbClr val="FBFBFB"/>
                </a:solidFill>
              </a:rPr>
              <a:t>Instantly</a:t>
            </a:r>
            <a:r>
              <a:rPr dirty="0" sz="5400" spc="-220">
                <a:solidFill>
                  <a:srgbClr val="FBFBFB"/>
                </a:solidFill>
              </a:rPr>
              <a:t> </a:t>
            </a:r>
            <a:r>
              <a:rPr dirty="0" sz="5400" spc="65">
                <a:solidFill>
                  <a:srgbClr val="FBFBFB"/>
                </a:solidFill>
              </a:rPr>
              <a:t>Tailor</a:t>
            </a:r>
            <a:r>
              <a:rPr dirty="0" sz="5400" spc="-40">
                <a:solidFill>
                  <a:srgbClr val="FBFBFB"/>
                </a:solidFill>
              </a:rPr>
              <a:t> </a:t>
            </a:r>
            <a:r>
              <a:rPr dirty="0" sz="5400">
                <a:solidFill>
                  <a:srgbClr val="FBFBFB"/>
                </a:solidFill>
              </a:rPr>
              <a:t>Your</a:t>
            </a:r>
            <a:r>
              <a:rPr dirty="0" sz="5400" spc="105">
                <a:solidFill>
                  <a:srgbClr val="FBFBFB"/>
                </a:solidFill>
              </a:rPr>
              <a:t> </a:t>
            </a:r>
            <a:r>
              <a:rPr dirty="0" sz="5400">
                <a:solidFill>
                  <a:srgbClr val="FBFBFB"/>
                </a:solidFill>
              </a:rPr>
              <a:t>Al</a:t>
            </a:r>
            <a:r>
              <a:rPr dirty="0" sz="5400" spc="-235">
                <a:solidFill>
                  <a:srgbClr val="FBFBFB"/>
                </a:solidFill>
              </a:rPr>
              <a:t> </a:t>
            </a:r>
            <a:r>
              <a:rPr dirty="0" sz="5400" spc="114">
                <a:solidFill>
                  <a:srgbClr val="FBFBFB"/>
                </a:solidFill>
              </a:rPr>
              <a:t>for</a:t>
            </a:r>
            <a:r>
              <a:rPr dirty="0" sz="5400" spc="-20">
                <a:solidFill>
                  <a:srgbClr val="FBFBFB"/>
                </a:solidFill>
              </a:rPr>
              <a:t> </a:t>
            </a:r>
            <a:r>
              <a:rPr dirty="0" sz="5400">
                <a:solidFill>
                  <a:srgbClr val="FBFBFB"/>
                </a:solidFill>
              </a:rPr>
              <a:t>Any</a:t>
            </a:r>
            <a:r>
              <a:rPr dirty="0" sz="5400" spc="-345">
                <a:solidFill>
                  <a:srgbClr val="FBFBFB"/>
                </a:solidFill>
              </a:rPr>
              <a:t> </a:t>
            </a:r>
            <a:r>
              <a:rPr dirty="0" sz="5400" spc="35">
                <a:solidFill>
                  <a:srgbClr val="FBFBFB"/>
                </a:solidFill>
              </a:rPr>
              <a:t>Task</a:t>
            </a:r>
            <a:endParaRPr sz="5400"/>
          </a:p>
        </p:txBody>
      </p:sp>
      <p:sp>
        <p:nvSpPr>
          <p:cNvPr id="19" name="object 19"/>
          <p:cNvSpPr/>
          <p:nvPr/>
        </p:nvSpPr>
        <p:spPr>
          <a:xfrm>
            <a:off x="14705333" y="1504574"/>
            <a:ext cx="102235" cy="475615"/>
          </a:xfrm>
          <a:custGeom>
            <a:avLst/>
            <a:gdLst/>
            <a:ahLst/>
            <a:cxnLst/>
            <a:rect l="l" t="t" r="r" b="b"/>
            <a:pathLst>
              <a:path w="102234" h="475614">
                <a:moveTo>
                  <a:pt x="101895" y="475613"/>
                </a:moveTo>
                <a:lnTo>
                  <a:pt x="0" y="475613"/>
                </a:lnTo>
                <a:lnTo>
                  <a:pt x="0" y="0"/>
                </a:lnTo>
                <a:lnTo>
                  <a:pt x="101895" y="0"/>
                </a:lnTo>
                <a:lnTo>
                  <a:pt x="101895" y="475613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46420" y="1493969"/>
            <a:ext cx="1525524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Create</a:t>
            </a:r>
            <a:r>
              <a:rPr dirty="0" sz="2800" spc="19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different</a:t>
            </a:r>
            <a:r>
              <a:rPr dirty="0" sz="2800" spc="46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server</a:t>
            </a:r>
            <a:r>
              <a:rPr dirty="0" sz="2800" spc="150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profiles</a:t>
            </a:r>
            <a:r>
              <a:rPr dirty="0" sz="2800" spc="30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9EA0A5"/>
                </a:solidFill>
                <a:latin typeface="Arial"/>
                <a:cs typeface="Arial"/>
              </a:rPr>
              <a:t>for</a:t>
            </a:r>
            <a:r>
              <a:rPr dirty="0" sz="2800" spc="130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9EA0A5"/>
                </a:solidFill>
                <a:latin typeface="Arial"/>
                <a:cs typeface="Arial"/>
              </a:rPr>
              <a:t>different</a:t>
            </a:r>
            <a:r>
              <a:rPr dirty="0" sz="2800" spc="240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phases</a:t>
            </a:r>
            <a:r>
              <a:rPr dirty="0" sz="2800" spc="19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9EA0A5"/>
                </a:solidFill>
                <a:latin typeface="Arial"/>
                <a:cs typeface="Arial"/>
              </a:rPr>
              <a:t>of</a:t>
            </a:r>
            <a:r>
              <a:rPr dirty="0" sz="2800" spc="18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development</a:t>
            </a:r>
            <a:r>
              <a:rPr dirty="0" sz="2800" spc="434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to</a:t>
            </a:r>
            <a:r>
              <a:rPr dirty="0" sz="2800" spc="340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optimize</a:t>
            </a:r>
            <a:r>
              <a:rPr dirty="0" sz="2800" spc="175">
                <a:solidFill>
                  <a:srgbClr val="9EA0A5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9EA0A5"/>
                </a:solidFill>
                <a:latin typeface="Arial"/>
                <a:cs typeface="Arial"/>
              </a:rPr>
              <a:t>contex</a:t>
            </a:r>
            <a:r>
              <a:rPr dirty="0" sz="2800">
                <a:solidFill>
                  <a:srgbClr val="BABCBF"/>
                </a:solidFill>
                <a:latin typeface="Arial"/>
                <a:cs typeface="Arial"/>
              </a:rPr>
              <a:t>t</a:t>
            </a:r>
            <a:r>
              <a:rPr dirty="0" sz="2800" spc="315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9EA0A5"/>
                </a:solidFill>
                <a:latin typeface="Arial"/>
                <a:cs typeface="Arial"/>
              </a:rPr>
              <a:t>usage.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55674" y="2945446"/>
            <a:ext cx="1108710" cy="513715"/>
          </a:xfrm>
          <a:custGeom>
            <a:avLst/>
            <a:gdLst/>
            <a:ahLst/>
            <a:cxnLst/>
            <a:rect l="l" t="t" r="r" b="b"/>
            <a:pathLst>
              <a:path w="1108710" h="513714">
                <a:moveTo>
                  <a:pt x="1108111" y="513388"/>
                </a:moveTo>
                <a:lnTo>
                  <a:pt x="0" y="513388"/>
                </a:lnTo>
                <a:lnTo>
                  <a:pt x="0" y="0"/>
                </a:lnTo>
                <a:lnTo>
                  <a:pt x="1108111" y="0"/>
                </a:lnTo>
                <a:lnTo>
                  <a:pt x="1108111" y="513388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73686" y="2900438"/>
            <a:ext cx="285115" cy="558165"/>
          </a:xfrm>
          <a:custGeom>
            <a:avLst/>
            <a:gdLst/>
            <a:ahLst/>
            <a:cxnLst/>
            <a:rect l="l" t="t" r="r" b="b"/>
            <a:pathLst>
              <a:path w="285114" h="558164">
                <a:moveTo>
                  <a:pt x="284884" y="557646"/>
                </a:moveTo>
                <a:lnTo>
                  <a:pt x="0" y="557646"/>
                </a:lnTo>
                <a:lnTo>
                  <a:pt x="0" y="0"/>
                </a:lnTo>
                <a:lnTo>
                  <a:pt x="284884" y="0"/>
                </a:lnTo>
                <a:lnTo>
                  <a:pt x="284884" y="557646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73262" y="2945446"/>
            <a:ext cx="1579880" cy="513715"/>
          </a:xfrm>
          <a:custGeom>
            <a:avLst/>
            <a:gdLst/>
            <a:ahLst/>
            <a:cxnLst/>
            <a:rect l="l" t="t" r="r" b="b"/>
            <a:pathLst>
              <a:path w="1579879" h="513714">
                <a:moveTo>
                  <a:pt x="1579378" y="513388"/>
                </a:moveTo>
                <a:lnTo>
                  <a:pt x="0" y="513388"/>
                </a:lnTo>
                <a:lnTo>
                  <a:pt x="0" y="0"/>
                </a:lnTo>
                <a:lnTo>
                  <a:pt x="1579378" y="0"/>
                </a:lnTo>
                <a:lnTo>
                  <a:pt x="1579378" y="513388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942412" y="3559007"/>
            <a:ext cx="280670" cy="407670"/>
          </a:xfrm>
          <a:custGeom>
            <a:avLst/>
            <a:gdLst/>
            <a:ahLst/>
            <a:cxnLst/>
            <a:rect l="l" t="t" r="r" b="b"/>
            <a:pathLst>
              <a:path w="280670" h="407670">
                <a:moveTo>
                  <a:pt x="280212" y="407170"/>
                </a:moveTo>
                <a:lnTo>
                  <a:pt x="0" y="407170"/>
                </a:lnTo>
                <a:lnTo>
                  <a:pt x="0" y="0"/>
                </a:lnTo>
                <a:lnTo>
                  <a:pt x="280212" y="0"/>
                </a:lnTo>
                <a:lnTo>
                  <a:pt x="280212" y="407170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474683" y="3598820"/>
            <a:ext cx="1592580" cy="339725"/>
          </a:xfrm>
          <a:custGeom>
            <a:avLst/>
            <a:gdLst/>
            <a:ahLst/>
            <a:cxnLst/>
            <a:rect l="l" t="t" r="r" b="b"/>
            <a:pathLst>
              <a:path w="1592579" h="339725">
                <a:moveTo>
                  <a:pt x="1592114" y="339724"/>
                </a:moveTo>
                <a:lnTo>
                  <a:pt x="0" y="339724"/>
                </a:lnTo>
                <a:lnTo>
                  <a:pt x="0" y="0"/>
                </a:lnTo>
                <a:lnTo>
                  <a:pt x="1592114" y="0"/>
                </a:lnTo>
                <a:lnTo>
                  <a:pt x="1592114" y="339724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46200" y="3752024"/>
            <a:ext cx="4299585" cy="1588770"/>
          </a:xfrm>
          <a:custGeom>
            <a:avLst/>
            <a:gdLst/>
            <a:ahLst/>
            <a:cxnLst/>
            <a:rect l="l" t="t" r="r" b="b"/>
            <a:pathLst>
              <a:path w="4299585" h="1588770">
                <a:moveTo>
                  <a:pt x="25476" y="0"/>
                </a:moveTo>
                <a:lnTo>
                  <a:pt x="0" y="0"/>
                </a:lnTo>
                <a:lnTo>
                  <a:pt x="0" y="339725"/>
                </a:lnTo>
                <a:lnTo>
                  <a:pt x="25476" y="339725"/>
                </a:lnTo>
                <a:lnTo>
                  <a:pt x="25476" y="0"/>
                </a:lnTo>
                <a:close/>
              </a:path>
              <a:path w="4299585" h="1588770">
                <a:moveTo>
                  <a:pt x="103974" y="1065784"/>
                </a:moveTo>
                <a:lnTo>
                  <a:pt x="14808" y="1065784"/>
                </a:lnTo>
                <a:lnTo>
                  <a:pt x="14808" y="1447977"/>
                </a:lnTo>
                <a:lnTo>
                  <a:pt x="103974" y="1447977"/>
                </a:lnTo>
                <a:lnTo>
                  <a:pt x="103974" y="1065784"/>
                </a:lnTo>
                <a:close/>
              </a:path>
              <a:path w="4299585" h="1588770">
                <a:moveTo>
                  <a:pt x="727798" y="0"/>
                </a:moveTo>
                <a:lnTo>
                  <a:pt x="715060" y="0"/>
                </a:lnTo>
                <a:lnTo>
                  <a:pt x="715060" y="339725"/>
                </a:lnTo>
                <a:lnTo>
                  <a:pt x="727798" y="339725"/>
                </a:lnTo>
                <a:lnTo>
                  <a:pt x="727798" y="0"/>
                </a:lnTo>
                <a:close/>
              </a:path>
              <a:path w="4299585" h="1588770">
                <a:moveTo>
                  <a:pt x="1024813" y="1277505"/>
                </a:moveTo>
                <a:lnTo>
                  <a:pt x="222389" y="1277505"/>
                </a:lnTo>
                <a:lnTo>
                  <a:pt x="222389" y="1413395"/>
                </a:lnTo>
                <a:lnTo>
                  <a:pt x="1024813" y="1413395"/>
                </a:lnTo>
                <a:lnTo>
                  <a:pt x="1024813" y="1277505"/>
                </a:lnTo>
                <a:close/>
              </a:path>
              <a:path w="4299585" h="1588770">
                <a:moveTo>
                  <a:pt x="1967344" y="1277505"/>
                </a:moveTo>
                <a:lnTo>
                  <a:pt x="1126705" y="1277505"/>
                </a:lnTo>
                <a:lnTo>
                  <a:pt x="1126705" y="1413395"/>
                </a:lnTo>
                <a:lnTo>
                  <a:pt x="1967344" y="1413395"/>
                </a:lnTo>
                <a:lnTo>
                  <a:pt x="1967344" y="1277505"/>
                </a:lnTo>
                <a:close/>
              </a:path>
              <a:path w="4299585" h="1588770">
                <a:moveTo>
                  <a:pt x="1981123" y="779627"/>
                </a:moveTo>
                <a:lnTo>
                  <a:pt x="1930171" y="779627"/>
                </a:lnTo>
                <a:lnTo>
                  <a:pt x="1930171" y="915517"/>
                </a:lnTo>
                <a:lnTo>
                  <a:pt x="1981123" y="915517"/>
                </a:lnTo>
                <a:lnTo>
                  <a:pt x="1981123" y="779627"/>
                </a:lnTo>
                <a:close/>
              </a:path>
              <a:path w="4299585" h="1588770">
                <a:moveTo>
                  <a:pt x="2070087" y="1041069"/>
                </a:moveTo>
                <a:lnTo>
                  <a:pt x="2044623" y="1041069"/>
                </a:lnTo>
                <a:lnTo>
                  <a:pt x="2044623" y="1236408"/>
                </a:lnTo>
                <a:lnTo>
                  <a:pt x="2070087" y="1236408"/>
                </a:lnTo>
                <a:lnTo>
                  <a:pt x="2070087" y="1041069"/>
                </a:lnTo>
                <a:close/>
              </a:path>
              <a:path w="4299585" h="1588770">
                <a:moveTo>
                  <a:pt x="2158809" y="549833"/>
                </a:moveTo>
                <a:lnTo>
                  <a:pt x="1127125" y="549833"/>
                </a:lnTo>
                <a:lnTo>
                  <a:pt x="1127125" y="682523"/>
                </a:lnTo>
                <a:lnTo>
                  <a:pt x="1017600" y="682523"/>
                </a:lnTo>
                <a:lnTo>
                  <a:pt x="1017600" y="357301"/>
                </a:lnTo>
                <a:lnTo>
                  <a:pt x="15011" y="357301"/>
                </a:lnTo>
                <a:lnTo>
                  <a:pt x="15011" y="730999"/>
                </a:lnTo>
                <a:lnTo>
                  <a:pt x="358990" y="730999"/>
                </a:lnTo>
                <a:lnTo>
                  <a:pt x="358990" y="1059802"/>
                </a:lnTo>
                <a:lnTo>
                  <a:pt x="1900161" y="1059802"/>
                </a:lnTo>
                <a:lnTo>
                  <a:pt x="1900161" y="685723"/>
                </a:lnTo>
                <a:lnTo>
                  <a:pt x="2158809" y="685723"/>
                </a:lnTo>
                <a:lnTo>
                  <a:pt x="2158809" y="549833"/>
                </a:lnTo>
                <a:close/>
              </a:path>
              <a:path w="4299585" h="1588770">
                <a:moveTo>
                  <a:pt x="4260075" y="339750"/>
                </a:moveTo>
                <a:lnTo>
                  <a:pt x="2399588" y="339750"/>
                </a:lnTo>
                <a:lnTo>
                  <a:pt x="2399588" y="695286"/>
                </a:lnTo>
                <a:lnTo>
                  <a:pt x="2374011" y="695286"/>
                </a:lnTo>
                <a:lnTo>
                  <a:pt x="2374011" y="1067409"/>
                </a:lnTo>
                <a:lnTo>
                  <a:pt x="2101748" y="1067409"/>
                </a:lnTo>
                <a:lnTo>
                  <a:pt x="2101748" y="1588477"/>
                </a:lnTo>
                <a:lnTo>
                  <a:pt x="3069755" y="1588477"/>
                </a:lnTo>
                <a:lnTo>
                  <a:pt x="3069755" y="1072565"/>
                </a:lnTo>
                <a:lnTo>
                  <a:pt x="3889705" y="1072565"/>
                </a:lnTo>
                <a:lnTo>
                  <a:pt x="3889705" y="860818"/>
                </a:lnTo>
                <a:lnTo>
                  <a:pt x="3917124" y="860818"/>
                </a:lnTo>
                <a:lnTo>
                  <a:pt x="3917124" y="915517"/>
                </a:lnTo>
                <a:lnTo>
                  <a:pt x="3968077" y="915517"/>
                </a:lnTo>
                <a:lnTo>
                  <a:pt x="3968077" y="860818"/>
                </a:lnTo>
                <a:lnTo>
                  <a:pt x="4260075" y="860818"/>
                </a:lnTo>
                <a:lnTo>
                  <a:pt x="4260075" y="339750"/>
                </a:lnTo>
                <a:close/>
              </a:path>
              <a:path w="4299585" h="1588770">
                <a:moveTo>
                  <a:pt x="4299242" y="447713"/>
                </a:moveTo>
                <a:lnTo>
                  <a:pt x="4261028" y="447713"/>
                </a:lnTo>
                <a:lnTo>
                  <a:pt x="4261028" y="583603"/>
                </a:lnTo>
                <a:lnTo>
                  <a:pt x="4299242" y="583603"/>
                </a:lnTo>
                <a:lnTo>
                  <a:pt x="4299242" y="447713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40925" y="4128952"/>
            <a:ext cx="38735" cy="263525"/>
          </a:xfrm>
          <a:custGeom>
            <a:avLst/>
            <a:gdLst/>
            <a:ahLst/>
            <a:cxnLst/>
            <a:rect l="l" t="t" r="r" b="b"/>
            <a:pathLst>
              <a:path w="38735" h="263525">
                <a:moveTo>
                  <a:pt x="38210" y="263286"/>
                </a:moveTo>
                <a:lnTo>
                  <a:pt x="0" y="263286"/>
                </a:lnTo>
                <a:lnTo>
                  <a:pt x="0" y="0"/>
                </a:lnTo>
                <a:lnTo>
                  <a:pt x="38210" y="0"/>
                </a:lnTo>
                <a:lnTo>
                  <a:pt x="38210" y="263286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523153" y="4327388"/>
            <a:ext cx="480695" cy="135890"/>
          </a:xfrm>
          <a:custGeom>
            <a:avLst/>
            <a:gdLst/>
            <a:ahLst/>
            <a:cxnLst/>
            <a:rect l="l" t="t" r="r" b="b"/>
            <a:pathLst>
              <a:path w="480695" h="135889">
                <a:moveTo>
                  <a:pt x="480681" y="135889"/>
                </a:moveTo>
                <a:lnTo>
                  <a:pt x="0" y="135889"/>
                </a:lnTo>
                <a:lnTo>
                  <a:pt x="0" y="0"/>
                </a:lnTo>
                <a:lnTo>
                  <a:pt x="480681" y="0"/>
                </a:lnTo>
                <a:lnTo>
                  <a:pt x="480681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199382" y="4327397"/>
            <a:ext cx="314960" cy="135890"/>
          </a:xfrm>
          <a:custGeom>
            <a:avLst/>
            <a:gdLst/>
            <a:ahLst/>
            <a:cxnLst/>
            <a:rect l="l" t="t" r="r" b="b"/>
            <a:pathLst>
              <a:path w="314959" h="135889">
                <a:moveTo>
                  <a:pt x="89154" y="0"/>
                </a:moveTo>
                <a:lnTo>
                  <a:pt x="0" y="0"/>
                </a:lnTo>
                <a:lnTo>
                  <a:pt x="0" y="135890"/>
                </a:lnTo>
                <a:lnTo>
                  <a:pt x="89154" y="135890"/>
                </a:lnTo>
                <a:lnTo>
                  <a:pt x="89154" y="0"/>
                </a:lnTo>
                <a:close/>
              </a:path>
              <a:path w="314959" h="135889">
                <a:moveTo>
                  <a:pt x="314388" y="0"/>
                </a:moveTo>
                <a:lnTo>
                  <a:pt x="112610" y="0"/>
                </a:lnTo>
                <a:lnTo>
                  <a:pt x="112610" y="135890"/>
                </a:lnTo>
                <a:lnTo>
                  <a:pt x="314388" y="135890"/>
                </a:lnTo>
                <a:lnTo>
                  <a:pt x="314388" y="0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08944" y="4461170"/>
            <a:ext cx="38735" cy="195580"/>
          </a:xfrm>
          <a:custGeom>
            <a:avLst/>
            <a:gdLst/>
            <a:ahLst/>
            <a:cxnLst/>
            <a:rect l="l" t="t" r="r" b="b"/>
            <a:pathLst>
              <a:path w="38735" h="195579">
                <a:moveTo>
                  <a:pt x="38210" y="195341"/>
                </a:moveTo>
                <a:lnTo>
                  <a:pt x="0" y="195341"/>
                </a:lnTo>
                <a:lnTo>
                  <a:pt x="0" y="0"/>
                </a:lnTo>
                <a:lnTo>
                  <a:pt x="38210" y="0"/>
                </a:lnTo>
                <a:lnTo>
                  <a:pt x="38210" y="195341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34937" y="4327388"/>
            <a:ext cx="140335" cy="135890"/>
          </a:xfrm>
          <a:custGeom>
            <a:avLst/>
            <a:gdLst/>
            <a:ahLst/>
            <a:cxnLst/>
            <a:rect l="l" t="t" r="r" b="b"/>
            <a:pathLst>
              <a:path w="140334" h="135889">
                <a:moveTo>
                  <a:pt x="140106" y="135889"/>
                </a:moveTo>
                <a:lnTo>
                  <a:pt x="0" y="135889"/>
                </a:lnTo>
                <a:lnTo>
                  <a:pt x="0" y="0"/>
                </a:lnTo>
                <a:lnTo>
                  <a:pt x="140106" y="0"/>
                </a:lnTo>
                <a:lnTo>
                  <a:pt x="140106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47389" y="4327388"/>
            <a:ext cx="560705" cy="135890"/>
          </a:xfrm>
          <a:custGeom>
            <a:avLst/>
            <a:gdLst/>
            <a:ahLst/>
            <a:cxnLst/>
            <a:rect l="l" t="t" r="r" b="b"/>
            <a:pathLst>
              <a:path w="560704" h="135889">
                <a:moveTo>
                  <a:pt x="560424" y="135889"/>
                </a:moveTo>
                <a:lnTo>
                  <a:pt x="0" y="135889"/>
                </a:lnTo>
                <a:lnTo>
                  <a:pt x="0" y="0"/>
                </a:lnTo>
                <a:lnTo>
                  <a:pt x="560424" y="0"/>
                </a:lnTo>
                <a:lnTo>
                  <a:pt x="560424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672619" y="4327388"/>
            <a:ext cx="280670" cy="135890"/>
          </a:xfrm>
          <a:custGeom>
            <a:avLst/>
            <a:gdLst/>
            <a:ahLst/>
            <a:cxnLst/>
            <a:rect l="l" t="t" r="r" b="b"/>
            <a:pathLst>
              <a:path w="280670" h="135889">
                <a:moveTo>
                  <a:pt x="280212" y="135889"/>
                </a:moveTo>
                <a:lnTo>
                  <a:pt x="0" y="135889"/>
                </a:lnTo>
                <a:lnTo>
                  <a:pt x="0" y="0"/>
                </a:lnTo>
                <a:lnTo>
                  <a:pt x="280212" y="0"/>
                </a:lnTo>
                <a:lnTo>
                  <a:pt x="280212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69630" y="4531646"/>
            <a:ext cx="51435" cy="135890"/>
          </a:xfrm>
          <a:custGeom>
            <a:avLst/>
            <a:gdLst/>
            <a:ahLst/>
            <a:cxnLst/>
            <a:rect l="l" t="t" r="r" b="b"/>
            <a:pathLst>
              <a:path w="51434" h="135889">
                <a:moveTo>
                  <a:pt x="50947" y="135889"/>
                </a:moveTo>
                <a:lnTo>
                  <a:pt x="0" y="135889"/>
                </a:lnTo>
                <a:lnTo>
                  <a:pt x="0" y="0"/>
                </a:lnTo>
                <a:lnTo>
                  <a:pt x="50947" y="0"/>
                </a:lnTo>
                <a:lnTo>
                  <a:pt x="50947" y="135889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69326" y="4531646"/>
            <a:ext cx="51435" cy="135890"/>
          </a:xfrm>
          <a:custGeom>
            <a:avLst/>
            <a:gdLst/>
            <a:ahLst/>
            <a:cxnLst/>
            <a:rect l="l" t="t" r="r" b="b"/>
            <a:pathLst>
              <a:path w="51435" h="135889">
                <a:moveTo>
                  <a:pt x="50947" y="135889"/>
                </a:moveTo>
                <a:lnTo>
                  <a:pt x="0" y="135889"/>
                </a:lnTo>
                <a:lnTo>
                  <a:pt x="0" y="0"/>
                </a:lnTo>
                <a:lnTo>
                  <a:pt x="50947" y="0"/>
                </a:lnTo>
                <a:lnTo>
                  <a:pt x="50947" y="135889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474683" y="5526508"/>
            <a:ext cx="1477645" cy="339725"/>
          </a:xfrm>
          <a:custGeom>
            <a:avLst/>
            <a:gdLst/>
            <a:ahLst/>
            <a:cxnLst/>
            <a:rect l="l" t="t" r="r" b="b"/>
            <a:pathLst>
              <a:path w="1477645" h="339725">
                <a:moveTo>
                  <a:pt x="1477482" y="339724"/>
                </a:moveTo>
                <a:lnTo>
                  <a:pt x="0" y="339724"/>
                </a:lnTo>
                <a:lnTo>
                  <a:pt x="0" y="0"/>
                </a:lnTo>
                <a:lnTo>
                  <a:pt x="1477482" y="0"/>
                </a:lnTo>
                <a:lnTo>
                  <a:pt x="1477482" y="339724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788989" y="5718897"/>
            <a:ext cx="802640" cy="135890"/>
          </a:xfrm>
          <a:custGeom>
            <a:avLst/>
            <a:gdLst/>
            <a:ahLst/>
            <a:cxnLst/>
            <a:rect l="l" t="t" r="r" b="b"/>
            <a:pathLst>
              <a:path w="802640" h="135889">
                <a:moveTo>
                  <a:pt x="802425" y="135889"/>
                </a:moveTo>
                <a:lnTo>
                  <a:pt x="0" y="135889"/>
                </a:lnTo>
                <a:lnTo>
                  <a:pt x="0" y="0"/>
                </a:lnTo>
                <a:lnTo>
                  <a:pt x="802425" y="0"/>
                </a:lnTo>
                <a:lnTo>
                  <a:pt x="802425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4677821" y="5718897"/>
            <a:ext cx="955675" cy="135890"/>
          </a:xfrm>
          <a:custGeom>
            <a:avLst/>
            <a:gdLst/>
            <a:ahLst/>
            <a:cxnLst/>
            <a:rect l="l" t="t" r="r" b="b"/>
            <a:pathLst>
              <a:path w="955675" h="135889">
                <a:moveTo>
                  <a:pt x="955268" y="135889"/>
                </a:moveTo>
                <a:lnTo>
                  <a:pt x="0" y="135889"/>
                </a:lnTo>
                <a:lnTo>
                  <a:pt x="0" y="0"/>
                </a:lnTo>
                <a:lnTo>
                  <a:pt x="955268" y="0"/>
                </a:lnTo>
                <a:lnTo>
                  <a:pt x="955268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36465" y="6140180"/>
            <a:ext cx="140335" cy="135890"/>
          </a:xfrm>
          <a:custGeom>
            <a:avLst/>
            <a:gdLst/>
            <a:ahLst/>
            <a:cxnLst/>
            <a:rect l="l" t="t" r="r" b="b"/>
            <a:pathLst>
              <a:path w="140334" h="135889">
                <a:moveTo>
                  <a:pt x="140106" y="135889"/>
                </a:moveTo>
                <a:lnTo>
                  <a:pt x="0" y="135889"/>
                </a:lnTo>
                <a:lnTo>
                  <a:pt x="0" y="0"/>
                </a:lnTo>
                <a:lnTo>
                  <a:pt x="140106" y="0"/>
                </a:lnTo>
                <a:lnTo>
                  <a:pt x="140106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047389" y="6140180"/>
            <a:ext cx="89535" cy="135890"/>
          </a:xfrm>
          <a:custGeom>
            <a:avLst/>
            <a:gdLst/>
            <a:ahLst/>
            <a:cxnLst/>
            <a:rect l="l" t="t" r="r" b="b"/>
            <a:pathLst>
              <a:path w="89534" h="135889">
                <a:moveTo>
                  <a:pt x="89158" y="135889"/>
                </a:moveTo>
                <a:lnTo>
                  <a:pt x="0" y="135889"/>
                </a:lnTo>
                <a:lnTo>
                  <a:pt x="0" y="0"/>
                </a:lnTo>
                <a:lnTo>
                  <a:pt x="89158" y="0"/>
                </a:lnTo>
                <a:lnTo>
                  <a:pt x="89158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08467" y="6140180"/>
            <a:ext cx="64135" cy="135890"/>
          </a:xfrm>
          <a:custGeom>
            <a:avLst/>
            <a:gdLst/>
            <a:ahLst/>
            <a:cxnLst/>
            <a:rect l="l" t="t" r="r" b="b"/>
            <a:pathLst>
              <a:path w="64134" h="135889">
                <a:moveTo>
                  <a:pt x="63684" y="135889"/>
                </a:moveTo>
                <a:lnTo>
                  <a:pt x="0" y="135889"/>
                </a:lnTo>
                <a:lnTo>
                  <a:pt x="0" y="0"/>
                </a:lnTo>
                <a:lnTo>
                  <a:pt x="63684" y="0"/>
                </a:lnTo>
                <a:lnTo>
                  <a:pt x="63684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580067" y="6140180"/>
            <a:ext cx="13335" cy="135890"/>
          </a:xfrm>
          <a:custGeom>
            <a:avLst/>
            <a:gdLst/>
            <a:ahLst/>
            <a:cxnLst/>
            <a:rect l="l" t="t" r="r" b="b"/>
            <a:pathLst>
              <a:path w="13334" h="135889">
                <a:moveTo>
                  <a:pt x="12736" y="135889"/>
                </a:moveTo>
                <a:lnTo>
                  <a:pt x="0" y="135889"/>
                </a:lnTo>
                <a:lnTo>
                  <a:pt x="0" y="0"/>
                </a:lnTo>
                <a:lnTo>
                  <a:pt x="12736" y="0"/>
                </a:lnTo>
                <a:lnTo>
                  <a:pt x="12736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682299" y="6140180"/>
            <a:ext cx="165735" cy="135890"/>
          </a:xfrm>
          <a:custGeom>
            <a:avLst/>
            <a:gdLst/>
            <a:ahLst/>
            <a:cxnLst/>
            <a:rect l="l" t="t" r="r" b="b"/>
            <a:pathLst>
              <a:path w="165734" h="135889">
                <a:moveTo>
                  <a:pt x="165579" y="135889"/>
                </a:moveTo>
                <a:lnTo>
                  <a:pt x="0" y="135889"/>
                </a:lnTo>
                <a:lnTo>
                  <a:pt x="0" y="0"/>
                </a:lnTo>
                <a:lnTo>
                  <a:pt x="165579" y="0"/>
                </a:lnTo>
                <a:lnTo>
                  <a:pt x="165579" y="135889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501003" y="6165264"/>
            <a:ext cx="89535" cy="238125"/>
          </a:xfrm>
          <a:custGeom>
            <a:avLst/>
            <a:gdLst/>
            <a:ahLst/>
            <a:cxnLst/>
            <a:rect l="l" t="t" r="r" b="b"/>
            <a:pathLst>
              <a:path w="89534" h="238125">
                <a:moveTo>
                  <a:pt x="89158" y="237806"/>
                </a:moveTo>
                <a:lnTo>
                  <a:pt x="0" y="237806"/>
                </a:lnTo>
                <a:lnTo>
                  <a:pt x="0" y="0"/>
                </a:lnTo>
                <a:lnTo>
                  <a:pt x="89158" y="0"/>
                </a:lnTo>
                <a:lnTo>
                  <a:pt x="89158" y="237806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9735077" y="6165264"/>
            <a:ext cx="88265" cy="238125"/>
          </a:xfrm>
          <a:custGeom>
            <a:avLst/>
            <a:gdLst/>
            <a:ahLst/>
            <a:cxnLst/>
            <a:rect l="l" t="t" r="r" b="b"/>
            <a:pathLst>
              <a:path w="88265" h="238125">
                <a:moveTo>
                  <a:pt x="88002" y="237806"/>
                </a:moveTo>
                <a:lnTo>
                  <a:pt x="0" y="237806"/>
                </a:lnTo>
                <a:lnTo>
                  <a:pt x="0" y="0"/>
                </a:lnTo>
                <a:lnTo>
                  <a:pt x="88002" y="0"/>
                </a:lnTo>
                <a:lnTo>
                  <a:pt x="88002" y="237806"/>
                </a:lnTo>
                <a:close/>
              </a:path>
            </a:pathLst>
          </a:custGeom>
          <a:solidFill>
            <a:srgbClr val="2D2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55674" y="6264643"/>
            <a:ext cx="1108710" cy="513715"/>
          </a:xfrm>
          <a:custGeom>
            <a:avLst/>
            <a:gdLst/>
            <a:ahLst/>
            <a:cxnLst/>
            <a:rect l="l" t="t" r="r" b="b"/>
            <a:pathLst>
              <a:path w="1108710" h="513715">
                <a:moveTo>
                  <a:pt x="1108111" y="513388"/>
                </a:moveTo>
                <a:lnTo>
                  <a:pt x="0" y="513388"/>
                </a:lnTo>
                <a:lnTo>
                  <a:pt x="0" y="0"/>
                </a:lnTo>
                <a:lnTo>
                  <a:pt x="1108111" y="0"/>
                </a:lnTo>
                <a:lnTo>
                  <a:pt x="1108111" y="513388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295352" y="6219635"/>
            <a:ext cx="306070" cy="558165"/>
          </a:xfrm>
          <a:custGeom>
            <a:avLst/>
            <a:gdLst/>
            <a:ahLst/>
            <a:cxnLst/>
            <a:rect l="l" t="t" r="r" b="b"/>
            <a:pathLst>
              <a:path w="306069" h="558165">
                <a:moveTo>
                  <a:pt x="305686" y="557646"/>
                </a:moveTo>
                <a:lnTo>
                  <a:pt x="0" y="557646"/>
                </a:lnTo>
                <a:lnTo>
                  <a:pt x="0" y="0"/>
                </a:lnTo>
                <a:lnTo>
                  <a:pt x="305686" y="0"/>
                </a:lnTo>
                <a:lnTo>
                  <a:pt x="305686" y="557646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724210" y="6264643"/>
            <a:ext cx="1477645" cy="513715"/>
          </a:xfrm>
          <a:custGeom>
            <a:avLst/>
            <a:gdLst/>
            <a:ahLst/>
            <a:cxnLst/>
            <a:rect l="l" t="t" r="r" b="b"/>
            <a:pathLst>
              <a:path w="1477645" h="513715">
                <a:moveTo>
                  <a:pt x="1477482" y="513388"/>
                </a:moveTo>
                <a:lnTo>
                  <a:pt x="0" y="513388"/>
                </a:lnTo>
                <a:lnTo>
                  <a:pt x="0" y="0"/>
                </a:lnTo>
                <a:lnTo>
                  <a:pt x="1477482" y="0"/>
                </a:lnTo>
                <a:lnTo>
                  <a:pt x="1477482" y="513388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061212" y="7262710"/>
            <a:ext cx="3520440" cy="879475"/>
          </a:xfrm>
          <a:custGeom>
            <a:avLst/>
            <a:gdLst/>
            <a:ahLst/>
            <a:cxnLst/>
            <a:rect l="l" t="t" r="r" b="b"/>
            <a:pathLst>
              <a:path w="3520440" h="879475">
                <a:moveTo>
                  <a:pt x="414794" y="0"/>
                </a:moveTo>
                <a:lnTo>
                  <a:pt x="236486" y="0"/>
                </a:lnTo>
                <a:lnTo>
                  <a:pt x="236486" y="339725"/>
                </a:lnTo>
                <a:lnTo>
                  <a:pt x="414794" y="339725"/>
                </a:lnTo>
                <a:lnTo>
                  <a:pt x="414794" y="0"/>
                </a:lnTo>
                <a:close/>
              </a:path>
              <a:path w="3520440" h="879475">
                <a:moveTo>
                  <a:pt x="708418" y="0"/>
                </a:moveTo>
                <a:lnTo>
                  <a:pt x="695680" y="0"/>
                </a:lnTo>
                <a:lnTo>
                  <a:pt x="695680" y="339725"/>
                </a:lnTo>
                <a:lnTo>
                  <a:pt x="708418" y="339725"/>
                </a:lnTo>
                <a:lnTo>
                  <a:pt x="708418" y="0"/>
                </a:lnTo>
                <a:close/>
              </a:path>
              <a:path w="3520440" h="879475">
                <a:moveTo>
                  <a:pt x="1002588" y="370065"/>
                </a:moveTo>
                <a:lnTo>
                  <a:pt x="0" y="370065"/>
                </a:lnTo>
                <a:lnTo>
                  <a:pt x="0" y="743762"/>
                </a:lnTo>
                <a:lnTo>
                  <a:pt x="1002588" y="743762"/>
                </a:lnTo>
                <a:lnTo>
                  <a:pt x="1002588" y="370065"/>
                </a:lnTo>
                <a:close/>
              </a:path>
              <a:path w="3520440" h="879475">
                <a:moveTo>
                  <a:pt x="1577314" y="0"/>
                </a:moveTo>
                <a:lnTo>
                  <a:pt x="1324216" y="0"/>
                </a:lnTo>
                <a:lnTo>
                  <a:pt x="1324216" y="339725"/>
                </a:lnTo>
                <a:lnTo>
                  <a:pt x="1577314" y="339725"/>
                </a:lnTo>
                <a:lnTo>
                  <a:pt x="1577314" y="0"/>
                </a:lnTo>
                <a:close/>
              </a:path>
              <a:path w="3520440" h="879475">
                <a:moveTo>
                  <a:pt x="2148332" y="370065"/>
                </a:moveTo>
                <a:lnTo>
                  <a:pt x="1103909" y="370065"/>
                </a:lnTo>
                <a:lnTo>
                  <a:pt x="1103909" y="743762"/>
                </a:lnTo>
                <a:lnTo>
                  <a:pt x="2148332" y="743762"/>
                </a:lnTo>
                <a:lnTo>
                  <a:pt x="2148332" y="370065"/>
                </a:lnTo>
                <a:close/>
              </a:path>
              <a:path w="3520440" h="879475">
                <a:moveTo>
                  <a:pt x="3314839" y="395744"/>
                </a:moveTo>
                <a:lnTo>
                  <a:pt x="2382380" y="395744"/>
                </a:lnTo>
                <a:lnTo>
                  <a:pt x="2382380" y="735469"/>
                </a:lnTo>
                <a:lnTo>
                  <a:pt x="3314839" y="735469"/>
                </a:lnTo>
                <a:lnTo>
                  <a:pt x="3314839" y="395744"/>
                </a:lnTo>
                <a:close/>
              </a:path>
              <a:path w="3520440" h="879475">
                <a:moveTo>
                  <a:pt x="3438766" y="389699"/>
                </a:moveTo>
                <a:lnTo>
                  <a:pt x="3400552" y="389699"/>
                </a:lnTo>
                <a:lnTo>
                  <a:pt x="3400552" y="652983"/>
                </a:lnTo>
                <a:lnTo>
                  <a:pt x="3438766" y="652983"/>
                </a:lnTo>
                <a:lnTo>
                  <a:pt x="3438766" y="389699"/>
                </a:lnTo>
                <a:close/>
              </a:path>
              <a:path w="3520440" h="879475">
                <a:moveTo>
                  <a:pt x="3519830" y="683628"/>
                </a:moveTo>
                <a:lnTo>
                  <a:pt x="3481616" y="683628"/>
                </a:lnTo>
                <a:lnTo>
                  <a:pt x="3481616" y="878967"/>
                </a:lnTo>
                <a:lnTo>
                  <a:pt x="3519830" y="878967"/>
                </a:lnTo>
                <a:lnTo>
                  <a:pt x="3519830" y="683628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536336" y="7262703"/>
            <a:ext cx="13335" cy="339725"/>
          </a:xfrm>
          <a:custGeom>
            <a:avLst/>
            <a:gdLst/>
            <a:ahLst/>
            <a:cxnLst/>
            <a:rect l="l" t="t" r="r" b="b"/>
            <a:pathLst>
              <a:path w="13335" h="339725">
                <a:moveTo>
                  <a:pt x="12736" y="339724"/>
                </a:moveTo>
                <a:lnTo>
                  <a:pt x="0" y="339724"/>
                </a:lnTo>
                <a:lnTo>
                  <a:pt x="0" y="0"/>
                </a:lnTo>
                <a:lnTo>
                  <a:pt x="12736" y="0"/>
                </a:lnTo>
                <a:lnTo>
                  <a:pt x="12736" y="339724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40429" y="7262703"/>
            <a:ext cx="64135" cy="339725"/>
          </a:xfrm>
          <a:custGeom>
            <a:avLst/>
            <a:gdLst/>
            <a:ahLst/>
            <a:cxnLst/>
            <a:rect l="l" t="t" r="r" b="b"/>
            <a:pathLst>
              <a:path w="64135" h="339725">
                <a:moveTo>
                  <a:pt x="63684" y="339724"/>
                </a:moveTo>
                <a:lnTo>
                  <a:pt x="0" y="339724"/>
                </a:lnTo>
                <a:lnTo>
                  <a:pt x="0" y="0"/>
                </a:lnTo>
                <a:lnTo>
                  <a:pt x="63684" y="0"/>
                </a:lnTo>
                <a:lnTo>
                  <a:pt x="63684" y="339724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8440515" y="7391262"/>
            <a:ext cx="1195070" cy="135890"/>
            <a:chOff x="8440515" y="7391262"/>
            <a:chExt cx="1195070" cy="135890"/>
          </a:xfrm>
        </p:grpSpPr>
        <p:sp>
          <p:nvSpPr>
            <p:cNvPr id="53" name="object 53"/>
            <p:cNvSpPr/>
            <p:nvPr/>
          </p:nvSpPr>
          <p:spPr>
            <a:xfrm>
              <a:off x="8440515" y="7391262"/>
              <a:ext cx="51435" cy="135890"/>
            </a:xfrm>
            <a:custGeom>
              <a:avLst/>
              <a:gdLst/>
              <a:ahLst/>
              <a:cxnLst/>
              <a:rect l="l" t="t" r="r" b="b"/>
              <a:pathLst>
                <a:path w="51434" h="135890">
                  <a:moveTo>
                    <a:pt x="50947" y="135889"/>
                  </a:moveTo>
                  <a:lnTo>
                    <a:pt x="0" y="135889"/>
                  </a:lnTo>
                  <a:lnTo>
                    <a:pt x="0" y="0"/>
                  </a:lnTo>
                  <a:lnTo>
                    <a:pt x="50947" y="0"/>
                  </a:lnTo>
                  <a:lnTo>
                    <a:pt x="50947" y="135889"/>
                  </a:lnTo>
                  <a:close/>
                </a:path>
              </a:pathLst>
            </a:custGeom>
            <a:solidFill>
              <a:srgbClr val="2D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500916" y="7391262"/>
              <a:ext cx="26034" cy="135890"/>
            </a:xfrm>
            <a:custGeom>
              <a:avLst/>
              <a:gdLst/>
              <a:ahLst/>
              <a:cxnLst/>
              <a:rect l="l" t="t" r="r" b="b"/>
              <a:pathLst>
                <a:path w="26034" h="135890">
                  <a:moveTo>
                    <a:pt x="25473" y="135889"/>
                  </a:moveTo>
                  <a:lnTo>
                    <a:pt x="0" y="135889"/>
                  </a:lnTo>
                  <a:lnTo>
                    <a:pt x="0" y="0"/>
                  </a:lnTo>
                  <a:lnTo>
                    <a:pt x="25473" y="0"/>
                  </a:lnTo>
                  <a:lnTo>
                    <a:pt x="25473" y="135889"/>
                  </a:lnTo>
                  <a:close/>
                </a:path>
              </a:pathLst>
            </a:custGeom>
            <a:solidFill>
              <a:srgbClr val="161A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561317" y="7391262"/>
              <a:ext cx="1074420" cy="135890"/>
            </a:xfrm>
            <a:custGeom>
              <a:avLst/>
              <a:gdLst/>
              <a:ahLst/>
              <a:cxnLst/>
              <a:rect l="l" t="t" r="r" b="b"/>
              <a:pathLst>
                <a:path w="1074420" h="135890">
                  <a:moveTo>
                    <a:pt x="1074128" y="135889"/>
                  </a:moveTo>
                  <a:lnTo>
                    <a:pt x="0" y="135889"/>
                  </a:lnTo>
                  <a:lnTo>
                    <a:pt x="0" y="0"/>
                  </a:lnTo>
                  <a:lnTo>
                    <a:pt x="1074128" y="0"/>
                  </a:lnTo>
                  <a:lnTo>
                    <a:pt x="1074128" y="135889"/>
                  </a:lnTo>
                  <a:close/>
                </a:path>
              </a:pathLst>
            </a:custGeom>
            <a:solidFill>
              <a:srgbClr val="2D2F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/>
          <p:nvPr/>
        </p:nvSpPr>
        <p:spPr>
          <a:xfrm>
            <a:off x="3307537" y="7710415"/>
            <a:ext cx="51435" cy="135890"/>
          </a:xfrm>
          <a:custGeom>
            <a:avLst/>
            <a:gdLst/>
            <a:ahLst/>
            <a:cxnLst/>
            <a:rect l="l" t="t" r="r" b="b"/>
            <a:pathLst>
              <a:path w="51435" h="135890">
                <a:moveTo>
                  <a:pt x="50947" y="135889"/>
                </a:moveTo>
                <a:lnTo>
                  <a:pt x="0" y="135889"/>
                </a:lnTo>
                <a:lnTo>
                  <a:pt x="0" y="0"/>
                </a:lnTo>
                <a:lnTo>
                  <a:pt x="50947" y="0"/>
                </a:lnTo>
                <a:lnTo>
                  <a:pt x="50947" y="135889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542833" y="7961097"/>
            <a:ext cx="33655" cy="16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75"/>
              </a:lnSpc>
            </a:pPr>
            <a:r>
              <a:rPr dirty="0" sz="1150" spc="-50">
                <a:solidFill>
                  <a:srgbClr val="D6D8D8"/>
                </a:solidFill>
                <a:latin typeface="Arial"/>
                <a:cs typeface="Arial"/>
              </a:rPr>
              <a:t>'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731310" y="7781228"/>
            <a:ext cx="2904490" cy="415290"/>
            <a:chOff x="7731310" y="7781228"/>
            <a:chExt cx="2904490" cy="415290"/>
          </a:xfrm>
        </p:grpSpPr>
        <p:sp>
          <p:nvSpPr>
            <p:cNvPr id="59" name="object 59"/>
            <p:cNvSpPr/>
            <p:nvPr/>
          </p:nvSpPr>
          <p:spPr>
            <a:xfrm>
              <a:off x="7731310" y="7787611"/>
              <a:ext cx="2904490" cy="408940"/>
            </a:xfrm>
            <a:custGeom>
              <a:avLst/>
              <a:gdLst/>
              <a:ahLst/>
              <a:cxnLst/>
              <a:rect l="l" t="t" r="r" b="b"/>
              <a:pathLst>
                <a:path w="2904490" h="408940">
                  <a:moveTo>
                    <a:pt x="101895" y="0"/>
                  </a:moveTo>
                  <a:lnTo>
                    <a:pt x="2891280" y="0"/>
                  </a:lnTo>
                </a:path>
                <a:path w="2904490" h="408940">
                  <a:moveTo>
                    <a:pt x="2891280" y="408516"/>
                  </a:moveTo>
                  <a:lnTo>
                    <a:pt x="2891280" y="0"/>
                  </a:lnTo>
                </a:path>
                <a:path w="2904490" h="408940">
                  <a:moveTo>
                    <a:pt x="0" y="395750"/>
                  </a:moveTo>
                  <a:lnTo>
                    <a:pt x="2904017" y="39575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836459" y="7965744"/>
              <a:ext cx="2581275" cy="135890"/>
            </a:xfrm>
            <a:custGeom>
              <a:avLst/>
              <a:gdLst/>
              <a:ahLst/>
              <a:cxnLst/>
              <a:rect l="l" t="t" r="r" b="b"/>
              <a:pathLst>
                <a:path w="2581275" h="135890">
                  <a:moveTo>
                    <a:pt x="140106" y="0"/>
                  </a:moveTo>
                  <a:lnTo>
                    <a:pt x="0" y="0"/>
                  </a:lnTo>
                  <a:lnTo>
                    <a:pt x="0" y="135890"/>
                  </a:lnTo>
                  <a:lnTo>
                    <a:pt x="140106" y="135890"/>
                  </a:lnTo>
                  <a:lnTo>
                    <a:pt x="140106" y="0"/>
                  </a:lnTo>
                  <a:close/>
                </a:path>
                <a:path w="2581275" h="135890">
                  <a:moveTo>
                    <a:pt x="285623" y="0"/>
                  </a:moveTo>
                  <a:lnTo>
                    <a:pt x="183730" y="0"/>
                  </a:lnTo>
                  <a:lnTo>
                    <a:pt x="183730" y="135890"/>
                  </a:lnTo>
                  <a:lnTo>
                    <a:pt x="285623" y="135890"/>
                  </a:lnTo>
                  <a:lnTo>
                    <a:pt x="285623" y="0"/>
                  </a:lnTo>
                  <a:close/>
                </a:path>
                <a:path w="2581275" h="135890">
                  <a:moveTo>
                    <a:pt x="877316" y="0"/>
                  </a:moveTo>
                  <a:lnTo>
                    <a:pt x="467207" y="0"/>
                  </a:lnTo>
                  <a:lnTo>
                    <a:pt x="467207" y="135890"/>
                  </a:lnTo>
                  <a:lnTo>
                    <a:pt x="877316" y="135890"/>
                  </a:lnTo>
                  <a:lnTo>
                    <a:pt x="877316" y="0"/>
                  </a:lnTo>
                  <a:close/>
                </a:path>
                <a:path w="2581275" h="135890">
                  <a:moveTo>
                    <a:pt x="1066025" y="0"/>
                  </a:moveTo>
                  <a:lnTo>
                    <a:pt x="989596" y="0"/>
                  </a:lnTo>
                  <a:lnTo>
                    <a:pt x="989596" y="135890"/>
                  </a:lnTo>
                  <a:lnTo>
                    <a:pt x="1066025" y="135890"/>
                  </a:lnTo>
                  <a:lnTo>
                    <a:pt x="1066025" y="0"/>
                  </a:lnTo>
                  <a:close/>
                </a:path>
                <a:path w="2581275" h="135890">
                  <a:moveTo>
                    <a:pt x="2178393" y="0"/>
                  </a:moveTo>
                  <a:lnTo>
                    <a:pt x="1715770" y="0"/>
                  </a:lnTo>
                  <a:lnTo>
                    <a:pt x="1715770" y="135890"/>
                  </a:lnTo>
                  <a:lnTo>
                    <a:pt x="2178393" y="135890"/>
                  </a:lnTo>
                  <a:lnTo>
                    <a:pt x="2178393" y="0"/>
                  </a:lnTo>
                  <a:close/>
                </a:path>
                <a:path w="2581275" h="135890">
                  <a:moveTo>
                    <a:pt x="2452078" y="0"/>
                  </a:moveTo>
                  <a:lnTo>
                    <a:pt x="2362924" y="0"/>
                  </a:lnTo>
                  <a:lnTo>
                    <a:pt x="2362924" y="135890"/>
                  </a:lnTo>
                  <a:lnTo>
                    <a:pt x="2452078" y="135890"/>
                  </a:lnTo>
                  <a:lnTo>
                    <a:pt x="2452078" y="0"/>
                  </a:lnTo>
                  <a:close/>
                </a:path>
                <a:path w="2581275" h="135890">
                  <a:moveTo>
                    <a:pt x="2580741" y="0"/>
                  </a:moveTo>
                  <a:lnTo>
                    <a:pt x="2491575" y="0"/>
                  </a:lnTo>
                  <a:lnTo>
                    <a:pt x="2491575" y="135890"/>
                  </a:lnTo>
                  <a:lnTo>
                    <a:pt x="2580741" y="135890"/>
                  </a:lnTo>
                  <a:lnTo>
                    <a:pt x="2580741" y="0"/>
                  </a:lnTo>
                  <a:close/>
                </a:path>
              </a:pathLst>
            </a:custGeom>
            <a:solidFill>
              <a:srgbClr val="2D2F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/>
          <p:nvPr/>
        </p:nvSpPr>
        <p:spPr>
          <a:xfrm>
            <a:off x="1061008" y="7964513"/>
            <a:ext cx="4577715" cy="770255"/>
          </a:xfrm>
          <a:custGeom>
            <a:avLst/>
            <a:gdLst/>
            <a:ahLst/>
            <a:cxnLst/>
            <a:rect l="l" t="t" r="r" b="b"/>
            <a:pathLst>
              <a:path w="4577715" h="770254">
                <a:moveTo>
                  <a:pt x="89166" y="363982"/>
                </a:moveTo>
                <a:lnTo>
                  <a:pt x="0" y="363982"/>
                </a:lnTo>
                <a:lnTo>
                  <a:pt x="0" y="746175"/>
                </a:lnTo>
                <a:lnTo>
                  <a:pt x="89166" y="746175"/>
                </a:lnTo>
                <a:lnTo>
                  <a:pt x="89166" y="363982"/>
                </a:lnTo>
                <a:close/>
              </a:path>
              <a:path w="4577715" h="770254">
                <a:moveTo>
                  <a:pt x="2223833" y="395935"/>
                </a:moveTo>
                <a:lnTo>
                  <a:pt x="198666" y="395935"/>
                </a:lnTo>
                <a:lnTo>
                  <a:pt x="198666" y="769632"/>
                </a:lnTo>
                <a:lnTo>
                  <a:pt x="2223833" y="769632"/>
                </a:lnTo>
                <a:lnTo>
                  <a:pt x="2223833" y="395935"/>
                </a:lnTo>
                <a:close/>
              </a:path>
              <a:path w="4577715" h="770254">
                <a:moveTo>
                  <a:pt x="2382824" y="6426"/>
                </a:moveTo>
                <a:lnTo>
                  <a:pt x="152285" y="6426"/>
                </a:lnTo>
                <a:lnTo>
                  <a:pt x="152285" y="350164"/>
                </a:lnTo>
                <a:lnTo>
                  <a:pt x="2382824" y="350164"/>
                </a:lnTo>
                <a:lnTo>
                  <a:pt x="2382824" y="6426"/>
                </a:lnTo>
                <a:close/>
              </a:path>
              <a:path w="4577715" h="770254">
                <a:moveTo>
                  <a:pt x="2552204" y="90589"/>
                </a:moveTo>
                <a:lnTo>
                  <a:pt x="2501265" y="90589"/>
                </a:lnTo>
                <a:lnTo>
                  <a:pt x="2501265" y="226479"/>
                </a:lnTo>
                <a:lnTo>
                  <a:pt x="2552204" y="226479"/>
                </a:lnTo>
                <a:lnTo>
                  <a:pt x="2552204" y="90589"/>
                </a:lnTo>
                <a:close/>
              </a:path>
              <a:path w="4577715" h="770254">
                <a:moveTo>
                  <a:pt x="4500931" y="0"/>
                </a:moveTo>
                <a:lnTo>
                  <a:pt x="2646502" y="0"/>
                </a:lnTo>
                <a:lnTo>
                  <a:pt x="2646502" y="352120"/>
                </a:lnTo>
                <a:lnTo>
                  <a:pt x="4500931" y="352120"/>
                </a:lnTo>
                <a:lnTo>
                  <a:pt x="4500931" y="0"/>
                </a:lnTo>
                <a:close/>
              </a:path>
              <a:path w="4577715" h="770254">
                <a:moveTo>
                  <a:pt x="4577372" y="90589"/>
                </a:moveTo>
                <a:lnTo>
                  <a:pt x="4526432" y="90589"/>
                </a:lnTo>
                <a:lnTo>
                  <a:pt x="4526432" y="226479"/>
                </a:lnTo>
                <a:lnTo>
                  <a:pt x="4577372" y="226479"/>
                </a:lnTo>
                <a:lnTo>
                  <a:pt x="4577372" y="90589"/>
                </a:lnTo>
                <a:close/>
              </a:path>
            </a:pathLst>
          </a:custGeom>
          <a:solidFill>
            <a:srgbClr val="161A1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706899" y="2623706"/>
          <a:ext cx="16125190" cy="636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6540"/>
                <a:gridCol w="471170"/>
                <a:gridCol w="10227945"/>
              </a:tblGrid>
              <a:tr h="1442085">
                <a:tc rowSpan="2"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dirty="0" sz="2900" spc="8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2900" spc="-204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763" sz="4725" spc="-3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baseline="1763" sz="4725" spc="-30" b="1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baseline="1763" sz="4725" spc="-757" b="1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55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Planning</a:t>
                      </a:r>
                      <a:r>
                        <a:rPr dirty="0" sz="2900" spc="-35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800" spc="60">
                          <a:solidFill>
                            <a:srgbClr val="E699B3"/>
                          </a:solidFill>
                          <a:latin typeface="Arial"/>
                          <a:cs typeface="Arial"/>
                        </a:rPr>
                        <a:t>�</a:t>
                      </a:r>
                      <a:endParaRPr sz="2800">
                        <a:latin typeface="Arial"/>
                        <a:cs typeface="Arial"/>
                      </a:endParaRPr>
                    </a:p>
                    <a:p>
                      <a:pPr marL="332740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dirty="0" sz="2000" spc="5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000" spc="5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BM</a:t>
                      </a:r>
                      <a:r>
                        <a:rPr dirty="0" sz="2000" spc="1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00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ex</a:t>
                      </a:r>
                      <a:r>
                        <a:rPr dirty="0" sz="2000" spc="-4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8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Mono</a:t>
                      </a:r>
                      <a:r>
                        <a:rPr dirty="0" sz="2000" spc="3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Regular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47345">
                        <a:lnSpc>
                          <a:spcPts val="2770"/>
                        </a:lnSpc>
                        <a:spcBef>
                          <a:spcPts val="315"/>
                        </a:spcBef>
                        <a:tabLst>
                          <a:tab pos="548005" algn="l"/>
                        </a:tabLst>
                      </a:pPr>
                      <a:r>
                        <a:rPr dirty="0" baseline="2525" sz="3300" spc="-794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2525" sz="33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525" sz="3300" spc="97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Active</a:t>
                      </a:r>
                      <a:r>
                        <a:rPr dirty="0" baseline="2525" sz="3300" spc="292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67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Servers:</a:t>
                      </a:r>
                      <a:r>
                        <a:rPr dirty="0" sz="800" spc="56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21505" sz="2325" spc="-3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2400" spc="-200">
                          <a:solidFill>
                            <a:srgbClr val="D6D8D8"/>
                          </a:solidFill>
                          <a:latin typeface="Courier New"/>
                          <a:cs typeface="Courier New"/>
                        </a:rPr>
                        <a:t>google</a:t>
                      </a:r>
                      <a:r>
                        <a:rPr dirty="0" sz="2400" spc="-200">
                          <a:solidFill>
                            <a:srgbClr val="FBFBFB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2400" spc="-315">
                          <a:solidFill>
                            <a:srgbClr val="D6D8D8"/>
                          </a:solidFill>
                          <a:latin typeface="Courier New"/>
                          <a:cs typeface="Courier New"/>
                        </a:rPr>
                        <a:t>slides</a:t>
                      </a:r>
                      <a:r>
                        <a:rPr dirty="0" baseline="55555" sz="1200" spc="-472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55555" sz="1200">
                        <a:latin typeface="Arial"/>
                        <a:cs typeface="Arial"/>
                      </a:endParaRPr>
                    </a:p>
                    <a:p>
                      <a:pPr marL="556260">
                        <a:lnSpc>
                          <a:spcPts val="2095"/>
                        </a:lnSpc>
                        <a:tabLst>
                          <a:tab pos="2555875" algn="l"/>
                          <a:tab pos="2706370" algn="l"/>
                          <a:tab pos="4695190" algn="l"/>
                        </a:tabLst>
                      </a:pPr>
                      <a:r>
                        <a:rPr dirty="0" baseline="48611" sz="1200" spc="142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8611" sz="1200" spc="307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2250" spc="90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google-</a:t>
                      </a:r>
                      <a:r>
                        <a:rPr dirty="0" sz="2250" spc="9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docs</a:t>
                      </a:r>
                      <a:r>
                        <a:rPr dirty="0" sz="2250" spc="-310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48611" sz="1200" spc="-7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8611" sz="12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48611" sz="1200" spc="-7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8611" sz="12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469" sz="3375" spc="300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Jira-</a:t>
                      </a:r>
                      <a:r>
                        <a:rPr dirty="0" baseline="-2469" sz="3375" spc="337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dirty="0" baseline="-2469" sz="3375" spc="-434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48611" sz="1200" spc="-7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8611" sz="12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43478" sz="1725" spc="-7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43478" sz="1725">
                        <a:latin typeface="Arial"/>
                        <a:cs typeface="Arial"/>
                      </a:endParaRPr>
                    </a:p>
                    <a:p>
                      <a:pPr marL="347345">
                        <a:lnSpc>
                          <a:spcPts val="1535"/>
                        </a:lnSpc>
                        <a:tabLst>
                          <a:tab pos="2377440" algn="l"/>
                        </a:tabLst>
                      </a:pPr>
                      <a:r>
                        <a:rPr dirty="0" baseline="-32098" sz="3375" spc="607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32098" sz="337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1150">
                        <a:latin typeface="Arial"/>
                        <a:cs typeface="Arial"/>
                      </a:endParaRPr>
                    </a:p>
                    <a:p>
                      <a:pPr marL="554990">
                        <a:lnSpc>
                          <a:spcPts val="2210"/>
                        </a:lnSpc>
                      </a:pPr>
                      <a:r>
                        <a:rPr dirty="0" sz="800" spc="62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Client:</a:t>
                      </a:r>
                      <a:r>
                        <a:rPr dirty="0" sz="800" spc="21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71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Claude</a:t>
                      </a:r>
                      <a:r>
                        <a:rPr dirty="0" sz="800" spc="62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350">
                          <a:solidFill>
                            <a:srgbClr val="D6D8D8"/>
                          </a:solidFill>
                          <a:latin typeface="Courier New"/>
                          <a:cs typeface="Courier New"/>
                        </a:rPr>
                        <a:t>Desktop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B="0" marT="288925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algn="r" marR="295275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890905" algn="l"/>
                          <a:tab pos="1489710" algn="l"/>
                          <a:tab pos="4495800" algn="l"/>
                          <a:tab pos="5094605" algn="l"/>
                          <a:tab pos="5400040" algn="l"/>
                          <a:tab pos="5692775" algn="l"/>
                          <a:tab pos="5998845" algn="l"/>
                          <a:tab pos="6291580" algn="l"/>
                          <a:tab pos="659765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 marR="295275">
                        <a:lnSpc>
                          <a:spcPct val="100000"/>
                        </a:lnSpc>
                        <a:tabLst>
                          <a:tab pos="904240" algn="l"/>
                          <a:tab pos="1502410" algn="l"/>
                          <a:tab pos="2101215" algn="l"/>
                          <a:tab pos="2700020" algn="l"/>
                          <a:tab pos="3298190" algn="l"/>
                          <a:tab pos="3896995" algn="l"/>
                          <a:tab pos="4203065" algn="l"/>
                          <a:tab pos="4801235" algn="l"/>
                          <a:tab pos="5400040" algn="l"/>
                          <a:tab pos="5998845" algn="l"/>
                          <a:tab pos="6597650" algn="l"/>
                          <a:tab pos="6903084" algn="l"/>
                          <a:tab pos="7195820" algn="l"/>
                          <a:tab pos="7501890" algn="l"/>
                          <a:tab pos="7807325" algn="l"/>
                          <a:tab pos="8406130" algn="l"/>
                          <a:tab pos="9004935" algn="l"/>
                          <a:tab pos="9297670" algn="l"/>
                          <a:tab pos="9603105" algn="l"/>
                        </a:tabLst>
                      </a:pP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0990">
                        <a:lnSpc>
                          <a:spcPts val="10"/>
                        </a:lnSpc>
                        <a:tabLst>
                          <a:tab pos="607060" algn="l"/>
                          <a:tab pos="4198620" algn="l"/>
                          <a:tab pos="4504690" algn="l"/>
                          <a:tab pos="4797425" algn="l"/>
                          <a:tab pos="5102860" algn="l"/>
                          <a:tab pos="5701665" algn="l"/>
                          <a:tab pos="6300470" algn="l"/>
                          <a:tab pos="6605905" algn="l"/>
                          <a:tab pos="6899275" algn="l"/>
                          <a:tab pos="7204709" algn="l"/>
                          <a:tab pos="7803515" algn="l"/>
                          <a:tab pos="8108950" algn="l"/>
                          <a:tab pos="8401685" algn="l"/>
                          <a:tab pos="8707755" algn="l"/>
                          <a:tab pos="9000490" algn="l"/>
                          <a:tab pos="9306560" algn="l"/>
                          <a:tab pos="99047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300990" marR="294005">
                        <a:lnSpc>
                          <a:spcPct val="40500"/>
                        </a:lnSpc>
                        <a:tabLst>
                          <a:tab pos="607060" algn="l"/>
                          <a:tab pos="1125220" algn="l"/>
                          <a:tab pos="1167130" algn="l"/>
                          <a:tab pos="1953260" algn="l"/>
                          <a:tab pos="3749675" algn="l"/>
                          <a:tab pos="4504690" algn="l"/>
                          <a:tab pos="4797425" algn="l"/>
                          <a:tab pos="5102860" algn="l"/>
                          <a:tab pos="5701665" algn="l"/>
                          <a:tab pos="6300470" algn="l"/>
                          <a:tab pos="6605905" algn="l"/>
                          <a:tab pos="6899275" algn="l"/>
                          <a:tab pos="7204709" algn="l"/>
                          <a:tab pos="7803515" algn="l"/>
                          <a:tab pos="8096250" algn="l"/>
                          <a:tab pos="8401685" algn="l"/>
                          <a:tab pos="8707755" algn="l"/>
                          <a:tab pos="9306560" algn="l"/>
                          <a:tab pos="9599295" algn="l"/>
                          <a:tab pos="99047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7832" sz="6075" spc="-832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baseline="-17832" sz="6075" spc="6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6570" sz="3450" spc="-37" b="1">
                          <a:solidFill>
                            <a:srgbClr val="E2CFB3"/>
                          </a:solidFill>
                          <a:latin typeface="Arial"/>
                          <a:cs typeface="Arial"/>
                        </a:rPr>
                        <a:t>ml</a:t>
                      </a:r>
                      <a:r>
                        <a:rPr dirty="0" baseline="-26570" sz="3450" b="1">
                          <a:solidFill>
                            <a:srgbClr val="E2CFB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30555" sz="3000" spc="82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google-</a:t>
                      </a:r>
                      <a:r>
                        <a:rPr dirty="0" baseline="-30555" sz="3000" spc="6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slides</a:t>
                      </a:r>
                      <a:r>
                        <a:rPr dirty="0" baseline="-30555" sz="30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 spc="5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	</a:t>
                      </a:r>
                      <a:r>
                        <a:rPr dirty="0" baseline="-14492" sz="1725" spc="-75">
                          <a:solidFill>
                            <a:srgbClr val="AA917C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dirty="0" baseline="-14492" sz="1725">
                          <a:solidFill>
                            <a:srgbClr val="AA917C"/>
                          </a:solidFill>
                          <a:latin typeface="Arial"/>
                          <a:cs typeface="Arial"/>
                        </a:rPr>
                        <a:t>		</a:t>
                      </a:r>
                      <a:r>
                        <a:rPr dirty="0" baseline="-4535" sz="7350" spc="547">
                          <a:solidFill>
                            <a:srgbClr val="11ACCD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dirty="0" baseline="-4535" sz="7350" spc="54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4535" sz="7350" spc="29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4535" sz="7350" spc="434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baseline="-19323" sz="1725" spc="29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dirty="0" baseline="-19323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		</a:t>
                      </a:r>
                      <a:r>
                        <a:rPr dirty="0" baseline="-6944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6944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	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16330">
                        <a:lnSpc>
                          <a:spcPts val="1110"/>
                        </a:lnSpc>
                        <a:tabLst>
                          <a:tab pos="4561840" algn="l"/>
                          <a:tab pos="4963795" algn="l"/>
                        </a:tabLst>
                      </a:pPr>
                      <a:r>
                        <a:rPr dirty="0" sz="115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32567" sz="8700" spc="-116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32567" sz="870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7979" sz="3300" spc="-45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%</a:t>
                      </a:r>
                      <a:endParaRPr baseline="-47979" sz="3300">
                        <a:latin typeface="Arial"/>
                        <a:cs typeface="Arial"/>
                      </a:endParaRPr>
                    </a:p>
                    <a:p>
                      <a:pPr marL="6007735">
                        <a:lnSpc>
                          <a:spcPts val="2620"/>
                        </a:lnSpc>
                        <a:tabLst>
                          <a:tab pos="6300470" algn="l"/>
                          <a:tab pos="6899275" algn="l"/>
                          <a:tab pos="8108950" algn="l"/>
                          <a:tab pos="8401685" algn="l"/>
                          <a:tab pos="8707755" algn="l"/>
                          <a:tab pos="930656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16330">
                        <a:lnSpc>
                          <a:spcPts val="2225"/>
                        </a:lnSpc>
                        <a:tabLst>
                          <a:tab pos="1313180" algn="l"/>
                          <a:tab pos="3001645" algn="l"/>
                          <a:tab pos="5092700" algn="l"/>
                          <a:tab pos="6495415" algn="l"/>
                          <a:tab pos="9476105" algn="l"/>
                        </a:tabLst>
                      </a:pPr>
                      <a:r>
                        <a:rPr dirty="0" baseline="-24154" sz="1725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baseline="-24154" sz="172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1K</a:t>
                      </a:r>
                      <a:r>
                        <a:rPr dirty="0" sz="800" spc="14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800" spc="24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Tokens:</a:t>
                      </a:r>
                      <a:r>
                        <a:rPr dirty="0" sz="800" spc="7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23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470</a:t>
                      </a:r>
                      <a:r>
                        <a:rPr dirty="0" sz="8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24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Versio</a:t>
                      </a:r>
                      <a:r>
                        <a:rPr dirty="0" sz="800" spc="24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n:</a:t>
                      </a:r>
                      <a:r>
                        <a:rPr dirty="0" sz="800" spc="16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9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800" spc="9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00" spc="9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800" spc="9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8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3565" sz="10425" spc="12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3565" sz="10425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u="heavy" baseline="-43565" sz="10425">
                          <a:solidFill>
                            <a:srgbClr val="2DBACF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</a:t>
                      </a:r>
                      <a:endParaRPr baseline="-43565" sz="10425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520"/>
                        </a:lnSpc>
                        <a:tabLst>
                          <a:tab pos="607060" algn="l"/>
                          <a:tab pos="4504690" algn="l"/>
                          <a:tab pos="4797425" algn="l"/>
                          <a:tab pos="5701665" algn="l"/>
                          <a:tab pos="6300470" algn="l"/>
                          <a:tab pos="6899275" algn="l"/>
                          <a:tab pos="7497445" algn="l"/>
                          <a:tab pos="7803515" algn="l"/>
                          <a:tab pos="8108950" algn="l"/>
                          <a:tab pos="8401685" algn="l"/>
                          <a:tab pos="8707755" algn="l"/>
                          <a:tab pos="9000490" algn="l"/>
                          <a:tab pos="9306560" algn="l"/>
                          <a:tab pos="99047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20"/>
                        </a:lnSpc>
                        <a:tabLst>
                          <a:tab pos="607060" algn="l"/>
                          <a:tab pos="1205865" algn="l"/>
                          <a:tab pos="1804035" algn="l"/>
                          <a:tab pos="2402840" algn="l"/>
                          <a:tab pos="2695575" algn="l"/>
                          <a:tab pos="3001645" algn="l"/>
                          <a:tab pos="3294379" algn="l"/>
                          <a:tab pos="3599815" algn="l"/>
                          <a:tab pos="3905885" algn="l"/>
                          <a:tab pos="4198620" algn="l"/>
                          <a:tab pos="4504690" algn="l"/>
                          <a:tab pos="5106670" algn="l"/>
                          <a:tab pos="5701665" algn="l"/>
                          <a:tab pos="6007100" algn="l"/>
                          <a:tab pos="6300470" algn="l"/>
                          <a:tab pos="6605905" algn="l"/>
                          <a:tab pos="6899275" algn="l"/>
                          <a:tab pos="7204709" algn="l"/>
                          <a:tab pos="7484745" algn="l"/>
                          <a:tab pos="7803515" algn="l"/>
                          <a:tab pos="8401685" algn="l"/>
                          <a:tab pos="8707755" algn="l"/>
                          <a:tab pos="9000490" algn="l"/>
                          <a:tab pos="9306560" algn="l"/>
                          <a:tab pos="9599295" algn="l"/>
                          <a:tab pos="99047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469" sz="3375" spc="532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2469" sz="3375" spc="53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\</a:t>
                      </a:r>
                      <a:r>
                        <a:rPr dirty="0" baseline="2469" sz="3375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5110"/>
                        </a:lnSpc>
                        <a:tabLst>
                          <a:tab pos="305435" algn="l"/>
                          <a:tab pos="904240" algn="l"/>
                          <a:tab pos="1109980" algn="l"/>
                          <a:tab pos="4203065" algn="l"/>
                          <a:tab pos="5346065" algn="l"/>
                          <a:tab pos="6304280" algn="l"/>
                          <a:tab pos="7118984" algn="l"/>
                          <a:tab pos="8100059" algn="l"/>
                          <a:tab pos="8698865" algn="l"/>
                          <a:tab pos="9004935" algn="l"/>
                          <a:tab pos="9297670" algn="l"/>
                          <a:tab pos="9603105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8888" sz="7500" spc="-989">
                          <a:solidFill>
                            <a:srgbClr val="6EA7ED"/>
                          </a:solidFill>
                          <a:latin typeface="Arial"/>
                          <a:cs typeface="Arial"/>
                        </a:rPr>
                        <a:t>,.,</a:t>
                      </a:r>
                      <a:r>
                        <a:rPr dirty="0" baseline="-28888" sz="7500" spc="-750">
                          <a:solidFill>
                            <a:srgbClr val="6EA7E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0061" sz="10800" spc="-129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..</a:t>
                      </a:r>
                      <a:r>
                        <a:rPr dirty="0" baseline="-20061" sz="10800" spc="128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'</a:t>
                      </a:r>
                      <a:r>
                        <a:rPr dirty="0" sz="800" spc="22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4188" sz="9750" spc="-1147">
                          <a:solidFill>
                            <a:srgbClr val="CDA08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34188" sz="9750" spc="-1627">
                          <a:solidFill>
                            <a:srgbClr val="CDA083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00" spc="-71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34188" sz="9750" spc="-1132">
                          <a:solidFill>
                            <a:srgbClr val="CDA08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34188" sz="9750" spc="-765">
                          <a:solidFill>
                            <a:srgbClr val="CDA08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3478" sz="1725" spc="-450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43478" sz="1725" spc="292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 spc="16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baseline="-33816" sz="1725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33816" sz="1725" spc="585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7037" sz="1575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37037" sz="1575" spc="-44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51890">
                        <a:lnSpc>
                          <a:spcPts val="535"/>
                        </a:lnSpc>
                        <a:tabLst>
                          <a:tab pos="5420995" algn="l"/>
                          <a:tab pos="6007100" algn="l"/>
                          <a:tab pos="7884795" algn="l"/>
                        </a:tabLst>
                      </a:pPr>
                      <a:r>
                        <a:rPr dirty="0" baseline="-28985" sz="1725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28985" sz="172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3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',</a:t>
                      </a:r>
                      <a:r>
                        <a:rPr dirty="0" baseline="-13888" sz="120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125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····-·-·-</a:t>
                      </a:r>
                      <a:r>
                        <a:rPr dirty="0" sz="800" spc="160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520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----</a:t>
                      </a:r>
                      <a:r>
                        <a:rPr dirty="0" sz="800" spc="470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869"/>
                        </a:lnSpc>
                        <a:tabLst>
                          <a:tab pos="607060" algn="l"/>
                          <a:tab pos="4504690" algn="l"/>
                          <a:tab pos="4797425" algn="l"/>
                          <a:tab pos="5102860" algn="l"/>
                          <a:tab pos="5431790" algn="l"/>
                          <a:tab pos="9904730" algn="l"/>
                        </a:tabLst>
                      </a:pPr>
                      <a:r>
                        <a:rPr dirty="0" sz="800" spc="2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2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661" sz="172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9661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445895">
                        <a:lnSpc>
                          <a:spcPts val="1610"/>
                        </a:lnSpc>
                        <a:tabLst>
                          <a:tab pos="4109720" algn="l"/>
                          <a:tab pos="6363970" algn="l"/>
                        </a:tabLst>
                      </a:pPr>
                      <a:r>
                        <a:rPr dirty="0" sz="2700" spc="-340">
                          <a:solidFill>
                            <a:srgbClr val="6EA7ED"/>
                          </a:solidFill>
                          <a:latin typeface="Arial"/>
                          <a:cs typeface="Arial"/>
                        </a:rPr>
                        <a:t>.,,.</a:t>
                      </a:r>
                      <a:r>
                        <a:rPr dirty="0" sz="1150" spc="-340">
                          <a:solidFill>
                            <a:srgbClr val="42608C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608C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57971" sz="1725" spc="-457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baseline="57971" sz="172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62500" sz="1200" spc="330">
                          <a:solidFill>
                            <a:srgbClr val="383667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62500" sz="12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1280"/>
                        </a:lnSpc>
                        <a:tabLst>
                          <a:tab pos="607060" algn="l"/>
                          <a:tab pos="1953260" algn="l"/>
                          <a:tab pos="4074795" algn="l"/>
                          <a:tab pos="7267575" algn="l"/>
                          <a:tab pos="9904730" algn="l"/>
                        </a:tabLst>
                      </a:pPr>
                      <a:r>
                        <a:rPr dirty="0" baseline="-6944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6944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6944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6944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000" spc="65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google-</a:t>
                      </a:r>
                      <a:r>
                        <a:rPr dirty="0" sz="2000" spc="50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docs</a:t>
                      </a:r>
                      <a:r>
                        <a:rPr dirty="0" sz="2000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000" spc="1210">
                          <a:solidFill>
                            <a:srgbClr val="11ACCD"/>
                          </a:solidFill>
                          <a:latin typeface="Arial"/>
                          <a:cs typeface="Arial"/>
                        </a:rPr>
                        <a:t>••-</a:t>
                      </a:r>
                      <a:r>
                        <a:rPr dirty="0" sz="2000" spc="1165">
                          <a:solidFill>
                            <a:srgbClr val="11ACCD"/>
                          </a:solidFill>
                          <a:latin typeface="Arial"/>
                          <a:cs typeface="Arial"/>
                        </a:rPr>
                        <a:t>----</a:t>
                      </a:r>
                      <a:r>
                        <a:rPr dirty="0" sz="2000" spc="-455">
                          <a:solidFill>
                            <a:srgbClr val="11ACCD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baseline="-24154" sz="1725" spc="1275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24154" sz="1725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0833" sz="1200" spc="989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Claude</a:t>
                      </a:r>
                      <a:r>
                        <a:rPr dirty="0" baseline="-20833" sz="1200" spc="352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0833" sz="1200" spc="1019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Desktop</a:t>
                      </a:r>
                      <a:r>
                        <a:rPr dirty="0" baseline="-20833" sz="1200">
                          <a:solidFill>
                            <a:srgbClr val="E8E8E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6944" sz="1200" spc="307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-6944" sz="12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810"/>
                        </a:lnSpc>
                        <a:tabLst>
                          <a:tab pos="607060" algn="l"/>
                          <a:tab pos="899794" algn="l"/>
                          <a:tab pos="4190365" algn="l"/>
                          <a:tab pos="4504690" algn="l"/>
                          <a:tab pos="4797425" algn="l"/>
                          <a:tab pos="5102860" algn="l"/>
                          <a:tab pos="5408930" algn="l"/>
                          <a:tab pos="5651500" algn="l"/>
                          <a:tab pos="6300470" algn="l"/>
                          <a:tab pos="9904730" algn="l"/>
                        </a:tabLst>
                      </a:pPr>
                      <a:r>
                        <a:rPr dirty="0" baseline="-13888" sz="1200" spc="307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307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307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4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4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4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80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-13888" sz="1200">
                        <a:latin typeface="Arial"/>
                        <a:cs typeface="Arial"/>
                      </a:endParaRPr>
                    </a:p>
                    <a:p>
                      <a:pPr marL="1116330">
                        <a:lnSpc>
                          <a:spcPts val="2185"/>
                        </a:lnSpc>
                        <a:tabLst>
                          <a:tab pos="1315085" algn="l"/>
                          <a:tab pos="1525905" algn="l"/>
                          <a:tab pos="2979420" algn="l"/>
                          <a:tab pos="4224655" algn="l"/>
                          <a:tab pos="4518025" algn="l"/>
                          <a:tab pos="4810760" algn="l"/>
                          <a:tab pos="5116195" algn="l"/>
                          <a:tab pos="5418455" algn="l"/>
                          <a:tab pos="6009640" algn="l"/>
                          <a:tab pos="9605645" algn="l"/>
                        </a:tabLst>
                      </a:pPr>
                      <a:r>
                        <a:rPr dirty="0" baseline="19323" sz="1725" spc="-322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baseline="19323" sz="172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55555" sz="1200" spc="-1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Ill</a:t>
                      </a:r>
                      <a:r>
                        <a:rPr dirty="0" baseline="55555" sz="12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55555" sz="1200" spc="352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55555" sz="1200" spc="352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oke</a:t>
                      </a:r>
                      <a:r>
                        <a:rPr dirty="0" baseline="55555" sz="1200" spc="352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baseline="55555" sz="1200" spc="352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dirty="0" baseline="55555" sz="1200" spc="352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baseline="55555" sz="1200" spc="34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55555" sz="1200" spc="37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34</a:t>
                      </a:r>
                      <a:r>
                        <a:rPr dirty="0" baseline="55555" sz="12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15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400" spc="-15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er</a:t>
                      </a:r>
                      <a:r>
                        <a:rPr dirty="0" sz="1400" spc="-15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dirty="0" sz="1400" spc="-15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1400" spc="-150">
                          <a:solidFill>
                            <a:srgbClr val="82858A"/>
                          </a:solidFill>
                          <a:latin typeface="Arial"/>
                          <a:cs typeface="Arial"/>
                        </a:rPr>
                        <a:t>��</a:t>
                      </a:r>
                      <a:r>
                        <a:rPr dirty="0" sz="1400" spc="-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1400" spc="-15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1:,�</a:t>
                      </a:r>
                      <a:r>
                        <a:rPr dirty="0" sz="140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6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4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6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4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6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4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400" spc="-6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4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350" spc="-110" i="1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;I</a:t>
                      </a:r>
                      <a:r>
                        <a:rPr dirty="0" sz="2350" i="1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350" spc="-10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23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000" spc="30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algn="ctr" marL="8890">
                        <a:lnSpc>
                          <a:spcPts val="475"/>
                        </a:lnSpc>
                        <a:tabLst>
                          <a:tab pos="314325" algn="l"/>
                          <a:tab pos="861694" algn="l"/>
                          <a:tab pos="3715385" algn="l"/>
                          <a:tab pos="6313805" algn="l"/>
                          <a:tab pos="6606540" algn="l"/>
                          <a:tab pos="6911975" algn="l"/>
                          <a:tab pos="7510780" algn="l"/>
                          <a:tab pos="8109584" algn="l"/>
                          <a:tab pos="8707755" algn="l"/>
                          <a:tab pos="9013825" algn="l"/>
                          <a:tab pos="96126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7777" sz="1200" spc="172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'-</a:t>
                      </a:r>
                      <a:r>
                        <a:rPr dirty="0" baseline="-27777" sz="1200" spc="217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···</a:t>
                      </a:r>
                      <a:r>
                        <a:rPr dirty="0" baseline="-27777" sz="1200" spc="66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4722" sz="1200" spc="1214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----</a:t>
                      </a:r>
                      <a:r>
                        <a:rPr dirty="0" baseline="-34722" sz="1200" spc="1139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34722" sz="12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6944" sz="1200" spc="1477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dirty="0" baseline="-6944" sz="12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3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1664"/>
                        </a:lnSpc>
                        <a:tabLst>
                          <a:tab pos="607060" algn="l"/>
                          <a:tab pos="922655" algn="l"/>
                          <a:tab pos="4504690" algn="l"/>
                          <a:tab pos="4797425" algn="l"/>
                          <a:tab pos="5280660" algn="l"/>
                          <a:tab pos="6030595" algn="l"/>
                          <a:tab pos="6300470" algn="l"/>
                          <a:tab pos="6605905" algn="l"/>
                          <a:tab pos="6899275" algn="l"/>
                          <a:tab pos="7204709" algn="l"/>
                          <a:tab pos="7497445" algn="l"/>
                          <a:tab pos="7826375" algn="l"/>
                          <a:tab pos="8108950" algn="l"/>
                          <a:tab pos="8425180" algn="l"/>
                          <a:tab pos="8707755" algn="l"/>
                          <a:tab pos="9000490" algn="l"/>
                          <a:tab pos="9329420" algn="l"/>
                          <a:tab pos="9622155" algn="l"/>
                          <a:tab pos="9904730" algn="l"/>
                        </a:tabLst>
                      </a:pPr>
                      <a:r>
                        <a:rPr dirty="0" baseline="13888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607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456" sz="3525" spc="2895" i="1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baseline="-9456" sz="3525" i="1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1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1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1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1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61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6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20833" sz="1200">
                        <a:latin typeface="Arial"/>
                        <a:cs typeface="Arial"/>
                      </a:endParaRPr>
                    </a:p>
                    <a:p>
                      <a:pPr algn="ctr" marL="57150">
                        <a:lnSpc>
                          <a:spcPts val="3585"/>
                        </a:lnSpc>
                        <a:tabLst>
                          <a:tab pos="362585" algn="l"/>
                          <a:tab pos="961390" algn="l"/>
                          <a:tab pos="1560195" algn="l"/>
                          <a:tab pos="2159000" algn="l"/>
                          <a:tab pos="2757170" algn="l"/>
                          <a:tab pos="3661410" algn="l"/>
                          <a:tab pos="4260215" algn="l"/>
                          <a:tab pos="4528185" algn="l"/>
                          <a:tab pos="5457825" algn="l"/>
                          <a:tab pos="6055995" algn="l"/>
                          <a:tab pos="6654800" algn="l"/>
                          <a:tab pos="7559040" algn="l"/>
                          <a:tab pos="8157845" algn="l"/>
                          <a:tab pos="8463280" algn="l"/>
                          <a:tab pos="8756650" algn="l"/>
                          <a:tab pos="9062085" algn="l"/>
                          <a:tab pos="9354820" algn="l"/>
                          <a:tab pos="9660890" algn="l"/>
                        </a:tabLst>
                      </a:pP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0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u="heavy" sz="800" spc="405">
                          <a:solidFill>
                            <a:srgbClr val="565B6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'</a:t>
                      </a:r>
                      <a:r>
                        <a:rPr dirty="0" u="heavy" sz="800">
                          <a:solidFill>
                            <a:srgbClr val="565B6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</a:t>
                      </a:r>
                      <a:r>
                        <a:rPr dirty="0" u="heavy" sz="800" spc="415">
                          <a:solidFill>
                            <a:srgbClr val="565B62"/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6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 spc="4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29535" sz="5925" spc="33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800" spc="74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9535" sz="5925" spc="-65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2267" sz="3675" spc="89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2267" sz="3675" spc="465" i="1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baseline="-29535" sz="5925" spc="-562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29535" sz="5925" spc="922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29535" sz="59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ts val="815"/>
                        </a:lnSpc>
                        <a:tabLst>
                          <a:tab pos="607060" algn="l"/>
                          <a:tab pos="899794" algn="l"/>
                          <a:tab pos="5701665" algn="l"/>
                          <a:tab pos="6300470" algn="l"/>
                          <a:tab pos="6899275" algn="l"/>
                          <a:tab pos="7204709" algn="l"/>
                          <a:tab pos="7497445" algn="l"/>
                          <a:tab pos="7803515" algn="l"/>
                          <a:tab pos="8401685" algn="l"/>
                          <a:tab pos="8707755" algn="l"/>
                          <a:tab pos="9306560" algn="l"/>
                          <a:tab pos="9904730" algn="l"/>
                        </a:tabLst>
                      </a:pP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0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1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3529"/>
                        </a:lnSpc>
                        <a:tabLst>
                          <a:tab pos="305435" algn="l"/>
                          <a:tab pos="1092835" algn="l"/>
                          <a:tab pos="1617345" algn="l"/>
                          <a:tab pos="3752215" algn="l"/>
                          <a:tab pos="5100955" algn="l"/>
                          <a:tab pos="5400040" algn="l"/>
                          <a:tab pos="7202170" algn="l"/>
                          <a:tab pos="7501890" algn="l"/>
                          <a:tab pos="8406130" algn="l"/>
                          <a:tab pos="9004935" algn="l"/>
                          <a:tab pos="9603105" algn="l"/>
                        </a:tabLst>
                      </a:pP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920" sz="4200" spc="7">
                          <a:solidFill>
                            <a:srgbClr val="2F80DF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baseline="-9920" sz="4200">
                          <a:solidFill>
                            <a:srgbClr val="2F80D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44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jira-</a:t>
                      </a:r>
                      <a:r>
                        <a:rPr dirty="0" sz="800" spc="60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serve</a:t>
                      </a:r>
                      <a:r>
                        <a:rPr dirty="0" sz="800" spc="605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800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23965" sz="7650" spc="-397">
                          <a:solidFill>
                            <a:srgbClr val="11ACCD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dirty="0" baseline="-23965" sz="7650" spc="-397">
                          <a:solidFill>
                            <a:srgbClr val="5DA0AC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baseline="-23965" sz="7650" spc="-39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-23965" sz="7650" spc="-487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dirty="0" baseline="-23965" sz="7650">
                          <a:solidFill>
                            <a:srgbClr val="2DBAC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8333" sz="3000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8333" sz="30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8333" sz="30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8333" sz="30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41666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41666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-41666" sz="1200">
                        <a:latin typeface="Arial"/>
                        <a:cs typeface="Arial"/>
                      </a:endParaRPr>
                    </a:p>
                    <a:p>
                      <a:pPr marL="300990">
                        <a:lnSpc>
                          <a:spcPct val="100000"/>
                        </a:lnSpc>
                        <a:tabLst>
                          <a:tab pos="899794" algn="l"/>
                          <a:tab pos="5396230" algn="l"/>
                          <a:tab pos="7497445" algn="l"/>
                          <a:tab pos="8096250" algn="l"/>
                          <a:tab pos="8707755" algn="l"/>
                          <a:tab pos="9306560" algn="l"/>
                          <a:tab pos="990473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315085">
                        <a:lnSpc>
                          <a:spcPts val="705"/>
                        </a:lnSpc>
                        <a:spcBef>
                          <a:spcPts val="254"/>
                        </a:spcBef>
                        <a:tabLst>
                          <a:tab pos="3030855" algn="l"/>
                        </a:tabLst>
                      </a:pPr>
                      <a:r>
                        <a:rPr dirty="0" sz="8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Ill</a:t>
                      </a:r>
                      <a:r>
                        <a:rPr dirty="0" sz="800" spc="19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800" spc="26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800" spc="26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ok</a:t>
                      </a:r>
                      <a:r>
                        <a:rPr dirty="0" sz="800" spc="26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800" spc="26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800" spc="26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s:</a:t>
                      </a:r>
                      <a:r>
                        <a:rPr dirty="0" sz="800" spc="11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6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800" spc="16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800" spc="16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8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21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Versio</a:t>
                      </a:r>
                      <a:r>
                        <a:rPr dirty="0" sz="800" spc="21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n:</a:t>
                      </a:r>
                      <a:r>
                        <a:rPr dirty="0" sz="800" spc="16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17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800" spc="17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sz="800" spc="17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800" spc="17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125"/>
                        </a:lnSpc>
                        <a:tabLst>
                          <a:tab pos="306070" algn="l"/>
                          <a:tab pos="598805" algn="l"/>
                          <a:tab pos="4203065" algn="l"/>
                          <a:tab pos="4496435" algn="l"/>
                          <a:tab pos="4801870" algn="l"/>
                          <a:tab pos="5095240" algn="l"/>
                          <a:tab pos="5400675" algn="l"/>
                          <a:tab pos="5706110" algn="l"/>
                          <a:tab pos="5999480" algn="l"/>
                          <a:tab pos="6304915" algn="l"/>
                          <a:tab pos="6597650" algn="l"/>
                          <a:tab pos="6926580" algn="l"/>
                          <a:tab pos="7196455" algn="l"/>
                          <a:tab pos="7525384" algn="l"/>
                          <a:tab pos="7818120" algn="l"/>
                          <a:tab pos="8100695" algn="l"/>
                          <a:tab pos="8722360" algn="l"/>
                          <a:tab pos="9004935" algn="l"/>
                          <a:tab pos="9298305" algn="l"/>
                          <a:tab pos="9603740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661" sz="172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9661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3888" sz="1200" spc="-75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13888" sz="12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661" sz="172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9661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661" sz="172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9661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9661" sz="172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-9661" sz="172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r" marR="293370">
                        <a:lnSpc>
                          <a:spcPct val="100000"/>
                        </a:lnSpc>
                        <a:tabLst>
                          <a:tab pos="305435" algn="l"/>
                          <a:tab pos="904240" algn="l"/>
                          <a:tab pos="1502410" algn="l"/>
                          <a:tab pos="2101215" algn="l"/>
                          <a:tab pos="2406650" algn="l"/>
                          <a:tab pos="2700020" algn="l"/>
                          <a:tab pos="3298190" algn="l"/>
                          <a:tab pos="3604260" algn="l"/>
                          <a:tab pos="3896995" algn="l"/>
                          <a:tab pos="4203065" algn="l"/>
                          <a:tab pos="4495800" algn="l"/>
                          <a:tab pos="4801235" algn="l"/>
                          <a:tab pos="5400040" algn="l"/>
                          <a:tab pos="5998845" algn="l"/>
                          <a:tab pos="6597650" algn="l"/>
                          <a:tab pos="6903084" algn="l"/>
                          <a:tab pos="7195820" algn="l"/>
                          <a:tab pos="7501890" algn="l"/>
                          <a:tab pos="8100059" algn="l"/>
                          <a:tab pos="8406130" algn="l"/>
                          <a:tab pos="8698865" algn="l"/>
                          <a:tab pos="9004935" algn="l"/>
                          <a:tab pos="9603105" algn="l"/>
                        </a:tabLst>
                      </a:pP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324485">
                        <a:lnSpc>
                          <a:spcPct val="100000"/>
                        </a:lnSpc>
                        <a:spcBef>
                          <a:spcPts val="455"/>
                        </a:spcBef>
                        <a:tabLst>
                          <a:tab pos="594360" algn="l"/>
                          <a:tab pos="899794" algn="l"/>
                          <a:tab pos="1228725" algn="l"/>
                          <a:tab pos="1498600" algn="l"/>
                          <a:tab pos="2120265" algn="l"/>
                          <a:tab pos="2731770" algn="l"/>
                          <a:tab pos="3294379" algn="l"/>
                          <a:tab pos="3599815" algn="l"/>
                          <a:tab pos="3928745" algn="l"/>
                          <a:tab pos="4221480" algn="l"/>
                          <a:tab pos="4527550" algn="l"/>
                          <a:tab pos="4820285" algn="l"/>
                          <a:tab pos="5125720" algn="l"/>
                          <a:tab pos="5396230" algn="l"/>
                          <a:tab pos="5994400" algn="l"/>
                          <a:tab pos="6300470" algn="l"/>
                          <a:tab pos="6605905" algn="l"/>
                          <a:tab pos="7227570" algn="l"/>
                          <a:tab pos="7515225" algn="l"/>
                          <a:tab pos="7803515" algn="l"/>
                          <a:tab pos="8131809" algn="l"/>
                          <a:tab pos="8695055" algn="l"/>
                          <a:tab pos="9000490" algn="l"/>
                          <a:tab pos="9605645" algn="l"/>
                          <a:tab pos="9927590" algn="l"/>
                        </a:tabLst>
                      </a:pPr>
                      <a:r>
                        <a:rPr dirty="0" sz="115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4246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31746" sz="1575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31746" sz="15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20833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20833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1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80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8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3888" sz="12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13888" sz="12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6666" sz="3000" spc="-75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16666" sz="300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50" spc="-50">
                          <a:solidFill>
                            <a:srgbClr val="565B62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039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88925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180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1620">
                <a:tc rowSpan="2"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900" spc="8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Phase</a:t>
                      </a:r>
                      <a:r>
                        <a:rPr dirty="0" sz="2900" spc="114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763" sz="4725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2:</a:t>
                      </a:r>
                      <a:r>
                        <a:rPr dirty="0" baseline="1763" sz="4725" spc="-39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Building</a:t>
                      </a:r>
                      <a:r>
                        <a:rPr dirty="0" sz="2900" spc="-185" b="1">
                          <a:solidFill>
                            <a:srgbClr val="FBFBF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4050" spc="25" b="1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7:</a:t>
                      </a:r>
                      <a:endParaRPr sz="40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3327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5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IB</a:t>
                      </a:r>
                      <a:r>
                        <a:rPr dirty="0" sz="2000" spc="5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00" spc="-2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dirty="0" sz="20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00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ex</a:t>
                      </a:r>
                      <a:r>
                        <a:rPr dirty="0" sz="2000" spc="25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8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00" spc="8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2000" spc="8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00" spc="2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 spc="-1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Regu</a:t>
                      </a:r>
                      <a:r>
                        <a:rPr dirty="0" sz="2000" spc="-1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dirty="0" sz="2000" spc="-10">
                          <a:solidFill>
                            <a:srgbClr val="9EA0A5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00" spc="-1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546735" indent="-199390">
                        <a:lnSpc>
                          <a:spcPts val="2625"/>
                        </a:lnSpc>
                        <a:spcBef>
                          <a:spcPts val="515"/>
                        </a:spcBef>
                        <a:buChar char="-"/>
                        <a:tabLst>
                          <a:tab pos="546735" algn="l"/>
                        </a:tabLst>
                      </a:pPr>
                      <a:r>
                        <a:rPr dirty="0" sz="2200" spc="6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Active</a:t>
                      </a:r>
                      <a:r>
                        <a:rPr dirty="0" sz="2200" spc="15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Servers:</a:t>
                      </a:r>
                      <a:r>
                        <a:rPr dirty="0" sz="2200" spc="-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55555" sz="12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55555" sz="1200" spc="427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2000" spc="13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git</a:t>
                      </a:r>
                      <a:r>
                        <a:rPr dirty="0" sz="2000" spc="13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000" spc="21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mcp</a:t>
                      </a:r>
                      <a:r>
                        <a:rPr dirty="0" baseline="17921" sz="2325" spc="315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17921" sz="2325">
                        <a:latin typeface="Arial"/>
                        <a:cs typeface="Arial"/>
                      </a:endParaRPr>
                    </a:p>
                    <a:p>
                      <a:pPr marL="499745">
                        <a:lnSpc>
                          <a:spcPts val="2505"/>
                        </a:lnSpc>
                      </a:pPr>
                      <a:r>
                        <a:rPr dirty="0" sz="2050" spc="225">
                          <a:solidFill>
                            <a:srgbClr val="E8E8EB"/>
                          </a:solidFill>
                          <a:latin typeface="Times New Roman"/>
                          <a:cs typeface="Times New Roman"/>
                        </a:rPr>
                        <a:t>'f</a:t>
                      </a:r>
                      <a:r>
                        <a:rPr dirty="0" sz="2050" spc="225">
                          <a:solidFill>
                            <a:srgbClr val="BABCB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050" spc="22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lesystem</a:t>
                      </a:r>
                      <a:r>
                        <a:rPr dirty="0" sz="2050" spc="225">
                          <a:solidFill>
                            <a:srgbClr val="BABCB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050" spc="250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mcp',</a:t>
                      </a:r>
                      <a:r>
                        <a:rPr dirty="0" sz="2050" spc="-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41666" sz="1200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1666" sz="1200" spc="442">
                          <a:solidFill>
                            <a:srgbClr val="BABCB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2100" spc="8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2100" spc="85">
                          <a:solidFill>
                            <a:srgbClr val="BABCB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2100" spc="8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aywr</a:t>
                      </a:r>
                      <a:r>
                        <a:rPr dirty="0" sz="2100" spc="85">
                          <a:solidFill>
                            <a:srgbClr val="BABCB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2100" spc="85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ght-</a:t>
                      </a:r>
                      <a:r>
                        <a:rPr dirty="0" sz="2100" spc="60">
                          <a:solidFill>
                            <a:srgbClr val="D6D8D8"/>
                          </a:solidFill>
                          <a:latin typeface="Times New Roman"/>
                          <a:cs typeface="Times New Roman"/>
                        </a:rPr>
                        <a:t>mcp</a:t>
                      </a:r>
                      <a:r>
                        <a:rPr dirty="0" baseline="41666" sz="1200" spc="89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41666" sz="1200">
                        <a:latin typeface="Arial"/>
                        <a:cs typeface="Arial"/>
                      </a:endParaRPr>
                    </a:p>
                    <a:p>
                      <a:pPr marL="545465" indent="-198120">
                        <a:lnSpc>
                          <a:spcPct val="100000"/>
                        </a:lnSpc>
                        <a:spcBef>
                          <a:spcPts val="545"/>
                        </a:spcBef>
                        <a:buSzPct val="102272"/>
                        <a:buChar char="-"/>
                        <a:tabLst>
                          <a:tab pos="545465" algn="l"/>
                        </a:tabLst>
                      </a:pPr>
                      <a:r>
                        <a:rPr dirty="0" sz="2200" spc="45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Client:</a:t>
                      </a:r>
                      <a:r>
                        <a:rPr dirty="0" sz="2200" spc="-3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VS</a:t>
                      </a:r>
                      <a:r>
                        <a:rPr dirty="0" sz="2200" spc="-10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40">
                          <a:solidFill>
                            <a:srgbClr val="D6D8D8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7462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89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7462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7491" y="535298"/>
            <a:ext cx="7987665" cy="1018540"/>
          </a:xfrm>
          <a:custGeom>
            <a:avLst/>
            <a:gdLst/>
            <a:ahLst/>
            <a:cxnLst/>
            <a:rect l="l" t="t" r="r" b="b"/>
            <a:pathLst>
              <a:path w="7987665" h="1018540">
                <a:moveTo>
                  <a:pt x="7987194" y="1017925"/>
                </a:moveTo>
                <a:lnTo>
                  <a:pt x="0" y="1017925"/>
                </a:lnTo>
                <a:lnTo>
                  <a:pt x="0" y="0"/>
                </a:lnTo>
                <a:lnTo>
                  <a:pt x="7987194" y="0"/>
                </a:lnTo>
                <a:lnTo>
                  <a:pt x="7987194" y="1017925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74791" y="530126"/>
            <a:ext cx="8072120" cy="9067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750" spc="-350">
                <a:solidFill>
                  <a:srgbClr val="F9F9F7"/>
                </a:solidFill>
              </a:rPr>
              <a:t>We</a:t>
            </a:r>
            <a:r>
              <a:rPr dirty="0" sz="5750" spc="-615">
                <a:solidFill>
                  <a:srgbClr val="F9F9F7"/>
                </a:solidFill>
              </a:rPr>
              <a:t> </a:t>
            </a:r>
            <a:r>
              <a:rPr dirty="0" sz="5750" spc="-235">
                <a:solidFill>
                  <a:srgbClr val="F9F9F7"/>
                </a:solidFill>
              </a:rPr>
              <a:t>Built</a:t>
            </a:r>
            <a:r>
              <a:rPr dirty="0" sz="5750" spc="-400">
                <a:solidFill>
                  <a:srgbClr val="F9F9F7"/>
                </a:solidFill>
              </a:rPr>
              <a:t> </a:t>
            </a:r>
            <a:r>
              <a:rPr dirty="0" sz="5750" spc="-250">
                <a:solidFill>
                  <a:srgbClr val="F9F9F7"/>
                </a:solidFill>
              </a:rPr>
              <a:t>This</a:t>
            </a:r>
            <a:r>
              <a:rPr dirty="0" sz="5750" spc="-400">
                <a:solidFill>
                  <a:srgbClr val="F9F9F7"/>
                </a:solidFill>
              </a:rPr>
              <a:t> </a:t>
            </a:r>
            <a:r>
              <a:rPr dirty="0" sz="5750" spc="-95">
                <a:solidFill>
                  <a:srgbClr val="F9F9F7"/>
                </a:solidFill>
              </a:rPr>
              <a:t>*With*</a:t>
            </a:r>
            <a:r>
              <a:rPr dirty="0" sz="5750" spc="-409">
                <a:solidFill>
                  <a:srgbClr val="F9F9F7"/>
                </a:solidFill>
              </a:rPr>
              <a:t> </a:t>
            </a:r>
            <a:r>
              <a:rPr dirty="0" sz="5750" spc="-335">
                <a:solidFill>
                  <a:srgbClr val="F9F9F7"/>
                </a:solidFill>
              </a:rPr>
              <a:t>MCP</a:t>
            </a:r>
            <a:endParaRPr sz="5750"/>
          </a:p>
        </p:txBody>
      </p:sp>
      <p:sp>
        <p:nvSpPr>
          <p:cNvPr id="4" name="object 4"/>
          <p:cNvSpPr/>
          <p:nvPr/>
        </p:nvSpPr>
        <p:spPr>
          <a:xfrm>
            <a:off x="5762691" y="3586054"/>
            <a:ext cx="102235" cy="339725"/>
          </a:xfrm>
          <a:custGeom>
            <a:avLst/>
            <a:gdLst/>
            <a:ahLst/>
            <a:cxnLst/>
            <a:rect l="l" t="t" r="r" b="b"/>
            <a:pathLst>
              <a:path w="102235" h="339725">
                <a:moveTo>
                  <a:pt x="101895" y="339724"/>
                </a:moveTo>
                <a:lnTo>
                  <a:pt x="0" y="339724"/>
                </a:lnTo>
                <a:lnTo>
                  <a:pt x="0" y="0"/>
                </a:lnTo>
                <a:lnTo>
                  <a:pt x="101895" y="0"/>
                </a:lnTo>
                <a:lnTo>
                  <a:pt x="101895" y="339724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72476" y="3879165"/>
            <a:ext cx="340360" cy="386080"/>
          </a:xfrm>
          <a:custGeom>
            <a:avLst/>
            <a:gdLst/>
            <a:ahLst/>
            <a:cxnLst/>
            <a:rect l="l" t="t" r="r" b="b"/>
            <a:pathLst>
              <a:path w="340359" h="386079">
                <a:moveTo>
                  <a:pt x="340327" y="385664"/>
                </a:moveTo>
                <a:lnTo>
                  <a:pt x="0" y="385664"/>
                </a:lnTo>
                <a:lnTo>
                  <a:pt x="0" y="0"/>
                </a:lnTo>
                <a:lnTo>
                  <a:pt x="340327" y="0"/>
                </a:lnTo>
                <a:lnTo>
                  <a:pt x="340327" y="385664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4150" y="1476096"/>
            <a:ext cx="14751685" cy="27705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255">
              <a:lnSpc>
                <a:spcPct val="107700"/>
              </a:lnSpc>
              <a:spcBef>
                <a:spcPts val="95"/>
              </a:spcBef>
            </a:pPr>
            <a:r>
              <a:rPr dirty="0" sz="2800">
                <a:solidFill>
                  <a:srgbClr val="9C9E9C"/>
                </a:solidFill>
                <a:latin typeface="Arial"/>
                <a:cs typeface="Arial"/>
              </a:rPr>
              <a:t>We</a:t>
            </a:r>
            <a:r>
              <a:rPr dirty="0" sz="2800" spc="12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45">
                <a:solidFill>
                  <a:srgbClr val="9C9E9C"/>
                </a:solidFill>
                <a:latin typeface="Arial"/>
                <a:cs typeface="Arial"/>
              </a:rPr>
              <a:t>practiced</a:t>
            </a:r>
            <a:r>
              <a:rPr dirty="0" sz="2800" spc="19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40">
                <a:solidFill>
                  <a:srgbClr val="9C9E9C"/>
                </a:solidFill>
                <a:latin typeface="Arial"/>
                <a:cs typeface="Arial"/>
              </a:rPr>
              <a:t>what</a:t>
            </a:r>
            <a:r>
              <a:rPr dirty="0" sz="2800" spc="23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40">
                <a:solidFill>
                  <a:srgbClr val="9C9E9C"/>
                </a:solidFill>
                <a:latin typeface="Arial"/>
                <a:cs typeface="Arial"/>
              </a:rPr>
              <a:t>we</a:t>
            </a:r>
            <a:r>
              <a:rPr dirty="0" sz="2800" spc="8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30">
                <a:solidFill>
                  <a:srgbClr val="9C9E9C"/>
                </a:solidFill>
                <a:latin typeface="Arial"/>
                <a:cs typeface="Arial"/>
              </a:rPr>
              <a:t>preach</a:t>
            </a:r>
            <a:r>
              <a:rPr dirty="0" sz="2800" spc="130">
                <a:solidFill>
                  <a:srgbClr val="7E8082"/>
                </a:solidFill>
                <a:latin typeface="Arial"/>
                <a:cs typeface="Arial"/>
              </a:rPr>
              <a:t>.</a:t>
            </a:r>
            <a:r>
              <a:rPr dirty="0" sz="2800" spc="-95">
                <a:solidFill>
                  <a:srgbClr val="7E8082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9C9E9C"/>
                </a:solidFill>
                <a:latin typeface="Arial"/>
                <a:cs typeface="Arial"/>
              </a:rPr>
              <a:t>This</a:t>
            </a:r>
            <a:r>
              <a:rPr dirty="0" sz="2800" spc="10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project</a:t>
            </a:r>
            <a:r>
              <a:rPr dirty="0" sz="2800" spc="38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was</a:t>
            </a:r>
            <a:r>
              <a:rPr dirty="0" sz="2800" spc="12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built</a:t>
            </a:r>
            <a:r>
              <a:rPr dirty="0" sz="2800" spc="9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using</a:t>
            </a:r>
            <a:r>
              <a:rPr dirty="0" sz="2800" spc="6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0">
                <a:solidFill>
                  <a:srgbClr val="9C9E9C"/>
                </a:solidFill>
                <a:latin typeface="Arial"/>
                <a:cs typeface="Arial"/>
              </a:rPr>
              <a:t>the</a:t>
            </a:r>
            <a:r>
              <a:rPr dirty="0" sz="2800" spc="30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very </a:t>
            </a:r>
            <a:r>
              <a:rPr dirty="0" sz="2800" spc="80">
                <a:solidFill>
                  <a:srgbClr val="9C9E9C"/>
                </a:solidFill>
                <a:latin typeface="Arial"/>
                <a:cs typeface="Arial"/>
              </a:rPr>
              <a:t>same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55">
                <a:solidFill>
                  <a:srgbClr val="9C9E9C"/>
                </a:solidFill>
                <a:latin typeface="Arial"/>
                <a:cs typeface="Arial"/>
              </a:rPr>
              <a:t>MCP</a:t>
            </a:r>
            <a:r>
              <a:rPr dirty="0" sz="2800" spc="15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9C9E9C"/>
                </a:solidFill>
                <a:latin typeface="Arial"/>
                <a:cs typeface="Arial"/>
              </a:rPr>
              <a:t>server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architecture</a:t>
            </a:r>
            <a:r>
              <a:rPr dirty="0" sz="2800" spc="26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9C9E9C"/>
                </a:solidFill>
                <a:latin typeface="Arial"/>
                <a:cs typeface="Arial"/>
              </a:rPr>
              <a:t>it</a:t>
            </a:r>
            <a:r>
              <a:rPr dirty="0" sz="2800" spc="300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20">
                <a:solidFill>
                  <a:srgbClr val="9C9E9C"/>
                </a:solidFill>
                <a:latin typeface="Arial"/>
                <a:cs typeface="Arial"/>
              </a:rPr>
              <a:t>helps</a:t>
            </a:r>
            <a:r>
              <a:rPr dirty="0" sz="2800" spc="7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114">
                <a:solidFill>
                  <a:srgbClr val="9C9E9C"/>
                </a:solidFill>
                <a:latin typeface="Arial"/>
                <a:cs typeface="Arial"/>
              </a:rPr>
              <a:t>you</a:t>
            </a:r>
            <a:r>
              <a:rPr dirty="0" sz="2800" spc="15">
                <a:solidFill>
                  <a:srgbClr val="9C9E9C"/>
                </a:solidFill>
                <a:latin typeface="Arial"/>
                <a:cs typeface="Arial"/>
              </a:rPr>
              <a:t> </a:t>
            </a:r>
            <a:r>
              <a:rPr dirty="0" sz="2800" spc="90">
                <a:solidFill>
                  <a:srgbClr val="9C9E9C"/>
                </a:solidFill>
                <a:latin typeface="Arial"/>
                <a:cs typeface="Arial"/>
              </a:rPr>
              <a:t>manage.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20"/>
              </a:spcBef>
            </a:pPr>
            <a:endParaRPr sz="2800">
              <a:latin typeface="Arial"/>
              <a:cs typeface="Arial"/>
            </a:endParaRPr>
          </a:p>
          <a:p>
            <a:pPr marL="4970145">
              <a:lnSpc>
                <a:spcPct val="100000"/>
              </a:lnSpc>
            </a:pPr>
            <a:r>
              <a:rPr dirty="0" sz="2450" spc="-229">
                <a:solidFill>
                  <a:srgbClr val="7E8082"/>
                </a:solidFill>
                <a:latin typeface="Courier New"/>
                <a:cs typeface="Courier New"/>
              </a:rPr>
              <a:t>//</a:t>
            </a:r>
            <a:r>
              <a:rPr dirty="0" sz="2450" spc="-465">
                <a:solidFill>
                  <a:srgbClr val="7E8082"/>
                </a:solidFill>
                <a:latin typeface="Courier New"/>
                <a:cs typeface="Courier New"/>
              </a:rPr>
              <a:t> </a:t>
            </a:r>
            <a:r>
              <a:rPr dirty="0" sz="2450" spc="-345">
                <a:solidFill>
                  <a:srgbClr val="7E8082"/>
                </a:solidFill>
                <a:latin typeface="Courier New"/>
                <a:cs typeface="Courier New"/>
              </a:rPr>
              <a:t>.mcp.json</a:t>
            </a:r>
            <a:r>
              <a:rPr dirty="0" sz="2450" spc="-340">
                <a:solidFill>
                  <a:srgbClr val="7E8082"/>
                </a:solidFill>
                <a:latin typeface="Courier New"/>
                <a:cs typeface="Courier New"/>
              </a:rPr>
              <a:t> </a:t>
            </a:r>
            <a:r>
              <a:rPr dirty="0" sz="2450" spc="-300">
                <a:solidFill>
                  <a:srgbClr val="7E8082"/>
                </a:solidFill>
                <a:latin typeface="Courier New"/>
                <a:cs typeface="Courier New"/>
              </a:rPr>
              <a:t>(Actual</a:t>
            </a:r>
            <a:r>
              <a:rPr dirty="0" sz="2450" spc="-175">
                <a:solidFill>
                  <a:srgbClr val="7E8082"/>
                </a:solidFill>
                <a:latin typeface="Courier New"/>
                <a:cs typeface="Courier New"/>
              </a:rPr>
              <a:t> </a:t>
            </a:r>
            <a:r>
              <a:rPr dirty="0" sz="2450" spc="-270">
                <a:solidFill>
                  <a:srgbClr val="7E8082"/>
                </a:solidFill>
                <a:latin typeface="Courier New"/>
                <a:cs typeface="Courier New"/>
              </a:rPr>
              <a:t>Pro</a:t>
            </a:r>
            <a:r>
              <a:rPr dirty="0" sz="2450" spc="-270">
                <a:solidFill>
                  <a:srgbClr val="9C9E9C"/>
                </a:solidFill>
                <a:latin typeface="Courier New"/>
                <a:cs typeface="Courier New"/>
              </a:rPr>
              <a:t>je</a:t>
            </a:r>
            <a:r>
              <a:rPr dirty="0" sz="2450" spc="-270">
                <a:solidFill>
                  <a:srgbClr val="7E8082"/>
                </a:solidFill>
                <a:latin typeface="Courier New"/>
                <a:cs typeface="Courier New"/>
              </a:rPr>
              <a:t>ct</a:t>
            </a:r>
            <a:r>
              <a:rPr dirty="0" sz="2450" spc="-650">
                <a:solidFill>
                  <a:srgbClr val="7E8082"/>
                </a:solidFill>
                <a:latin typeface="Courier New"/>
                <a:cs typeface="Courier New"/>
              </a:rPr>
              <a:t> </a:t>
            </a:r>
            <a:r>
              <a:rPr dirty="0" sz="2450" spc="-310">
                <a:solidFill>
                  <a:srgbClr val="7E8082"/>
                </a:solidFill>
                <a:latin typeface="Courier New"/>
                <a:cs typeface="Courier New"/>
              </a:rPr>
              <a:t>Config)</a:t>
            </a:r>
            <a:endParaRPr sz="2450">
              <a:latin typeface="Courier New"/>
              <a:cs typeface="Courier New"/>
            </a:endParaRPr>
          </a:p>
          <a:p>
            <a:pPr marL="4998085">
              <a:lnSpc>
                <a:spcPts val="2355"/>
              </a:lnSpc>
              <a:spcBef>
                <a:spcPts val="20"/>
              </a:spcBef>
            </a:pPr>
            <a:r>
              <a:rPr dirty="0" sz="2000" spc="-50">
                <a:solidFill>
                  <a:srgbClr val="D1D1CF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algn="ctr" marR="1921510">
              <a:lnSpc>
                <a:spcPts val="2715"/>
              </a:lnSpc>
              <a:tabLst>
                <a:tab pos="2054225" algn="l"/>
              </a:tabLst>
            </a:pPr>
            <a:r>
              <a:rPr dirty="0" sz="2300" spc="105">
                <a:solidFill>
                  <a:srgbClr val="97A1B8"/>
                </a:solidFill>
                <a:latin typeface="Times New Roman"/>
                <a:cs typeface="Times New Roman"/>
              </a:rPr>
              <a:t>"mcpSeivers"</a:t>
            </a:r>
            <a:r>
              <a:rPr dirty="0" sz="2300" spc="105">
                <a:solidFill>
                  <a:srgbClr val="D1D1CF"/>
                </a:solidFill>
                <a:latin typeface="Times New Roman"/>
                <a:cs typeface="Times New Roman"/>
              </a:rPr>
              <a:t>:</a:t>
            </a:r>
            <a:r>
              <a:rPr dirty="0" sz="2300">
                <a:solidFill>
                  <a:srgbClr val="D1D1CF"/>
                </a:solidFill>
                <a:latin typeface="Times New Roman"/>
                <a:cs typeface="Times New Roman"/>
              </a:rPr>
              <a:t>	</a:t>
            </a:r>
            <a:r>
              <a:rPr dirty="0" sz="2300" spc="80">
                <a:solidFill>
                  <a:srgbClr val="D1D1CF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67991" y="4224212"/>
            <a:ext cx="38735" cy="374015"/>
          </a:xfrm>
          <a:custGeom>
            <a:avLst/>
            <a:gdLst/>
            <a:ahLst/>
            <a:cxnLst/>
            <a:rect l="l" t="t" r="r" b="b"/>
            <a:pathLst>
              <a:path w="38734" h="374014">
                <a:moveTo>
                  <a:pt x="38210" y="373696"/>
                </a:moveTo>
                <a:lnTo>
                  <a:pt x="0" y="373696"/>
                </a:lnTo>
                <a:lnTo>
                  <a:pt x="0" y="0"/>
                </a:lnTo>
                <a:lnTo>
                  <a:pt x="38210" y="0"/>
                </a:lnTo>
                <a:lnTo>
                  <a:pt x="38210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55607" y="4213159"/>
            <a:ext cx="250888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75">
                <a:solidFill>
                  <a:srgbClr val="828EAC"/>
                </a:solidFill>
                <a:latin typeface="Arial"/>
                <a:cs typeface="Arial"/>
              </a:rPr>
              <a:t>"figma-</a:t>
            </a:r>
            <a:r>
              <a:rPr dirty="0" sz="2200" spc="80">
                <a:solidFill>
                  <a:srgbClr val="828EAC"/>
                </a:solidFill>
                <a:latin typeface="Arial"/>
                <a:cs typeface="Arial"/>
              </a:rPr>
              <a:t>dev-mode"</a:t>
            </a:r>
            <a:r>
              <a:rPr dirty="0" sz="2200" spc="80">
                <a:solidFill>
                  <a:srgbClr val="D1D1CF"/>
                </a:solidFill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5367" y="4224212"/>
            <a:ext cx="102235" cy="374015"/>
          </a:xfrm>
          <a:prstGeom prst="rect">
            <a:avLst/>
          </a:prstGeom>
          <a:solidFill>
            <a:srgbClr val="111315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2200" spc="-50">
                <a:solidFill>
                  <a:srgbClr val="D1D1CF"/>
                </a:solidFill>
                <a:latin typeface="Arial"/>
                <a:cs typeface="Arial"/>
              </a:rPr>
              <a:t>{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35651" y="4581739"/>
            <a:ext cx="38735" cy="356870"/>
          </a:xfrm>
          <a:custGeom>
            <a:avLst/>
            <a:gdLst/>
            <a:ahLst/>
            <a:cxnLst/>
            <a:rect l="l" t="t" r="r" b="b"/>
            <a:pathLst>
              <a:path w="38734" h="356870">
                <a:moveTo>
                  <a:pt x="38210" y="356710"/>
                </a:moveTo>
                <a:lnTo>
                  <a:pt x="0" y="356710"/>
                </a:lnTo>
                <a:lnTo>
                  <a:pt x="0" y="0"/>
                </a:lnTo>
                <a:lnTo>
                  <a:pt x="38210" y="0"/>
                </a:lnTo>
                <a:lnTo>
                  <a:pt x="38210" y="356710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61878" y="4570610"/>
            <a:ext cx="14605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0">
                <a:solidFill>
                  <a:srgbClr val="97A1B8"/>
                </a:solidFill>
                <a:latin typeface="Arial"/>
                <a:cs typeface="Arial"/>
              </a:rPr>
              <a:t>"command"</a:t>
            </a:r>
            <a:r>
              <a:rPr dirty="0" sz="2100" spc="-10">
                <a:solidFill>
                  <a:srgbClr val="D1D1CF"/>
                </a:solidFill>
                <a:latin typeface="Arial"/>
                <a:cs typeface="Arial"/>
              </a:rPr>
              <a:t>: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04904" y="4597908"/>
            <a:ext cx="845185" cy="315595"/>
          </a:xfrm>
          <a:prstGeom prst="rect">
            <a:avLst/>
          </a:prstGeom>
          <a:solidFill>
            <a:srgbClr val="111315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15"/>
              </a:lnSpc>
            </a:pPr>
            <a:r>
              <a:rPr dirty="0" sz="2100" spc="165">
                <a:solidFill>
                  <a:srgbClr val="AABAA3"/>
                </a:solidFill>
                <a:latin typeface="Arial"/>
                <a:cs typeface="Arial"/>
              </a:rPr>
              <a:t>"npx"</a:t>
            </a:r>
            <a:r>
              <a:rPr dirty="0" sz="2100" spc="165">
                <a:solidFill>
                  <a:srgbClr val="D1D1CF"/>
                </a:solidFill>
                <a:latin typeface="Arial"/>
                <a:cs typeface="Arial"/>
              </a:rPr>
              <a:t>,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72162" y="4888051"/>
            <a:ext cx="38735" cy="374015"/>
          </a:xfrm>
          <a:custGeom>
            <a:avLst/>
            <a:gdLst/>
            <a:ahLst/>
            <a:cxnLst/>
            <a:rect l="l" t="t" r="r" b="b"/>
            <a:pathLst>
              <a:path w="38734" h="374014">
                <a:moveTo>
                  <a:pt x="38210" y="373696"/>
                </a:moveTo>
                <a:lnTo>
                  <a:pt x="0" y="373696"/>
                </a:lnTo>
                <a:lnTo>
                  <a:pt x="0" y="0"/>
                </a:lnTo>
                <a:lnTo>
                  <a:pt x="38210" y="0"/>
                </a:lnTo>
                <a:lnTo>
                  <a:pt x="38210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65098" y="4888051"/>
            <a:ext cx="774700" cy="374015"/>
          </a:xfrm>
          <a:custGeom>
            <a:avLst/>
            <a:gdLst/>
            <a:ahLst/>
            <a:cxnLst/>
            <a:rect l="l" t="t" r="r" b="b"/>
            <a:pathLst>
              <a:path w="774700" h="374014">
                <a:moveTo>
                  <a:pt x="774556" y="373696"/>
                </a:moveTo>
                <a:lnTo>
                  <a:pt x="0" y="373696"/>
                </a:lnTo>
                <a:lnTo>
                  <a:pt x="0" y="0"/>
                </a:lnTo>
                <a:lnTo>
                  <a:pt x="774556" y="0"/>
                </a:lnTo>
                <a:lnTo>
                  <a:pt x="774556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02953" y="4888051"/>
            <a:ext cx="64135" cy="374015"/>
          </a:xfrm>
          <a:custGeom>
            <a:avLst/>
            <a:gdLst/>
            <a:ahLst/>
            <a:cxnLst/>
            <a:rect l="l" t="t" r="r" b="b"/>
            <a:pathLst>
              <a:path w="64134" h="374014">
                <a:moveTo>
                  <a:pt x="63684" y="373696"/>
                </a:moveTo>
                <a:lnTo>
                  <a:pt x="0" y="373696"/>
                </a:lnTo>
                <a:lnTo>
                  <a:pt x="0" y="0"/>
                </a:lnTo>
                <a:lnTo>
                  <a:pt x="63684" y="0"/>
                </a:lnTo>
                <a:lnTo>
                  <a:pt x="63684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257074" y="4888051"/>
            <a:ext cx="542290" cy="374015"/>
          </a:xfrm>
          <a:custGeom>
            <a:avLst/>
            <a:gdLst/>
            <a:ahLst/>
            <a:cxnLst/>
            <a:rect l="l" t="t" r="r" b="b"/>
            <a:pathLst>
              <a:path w="542290" h="374014">
                <a:moveTo>
                  <a:pt x="541752" y="373696"/>
                </a:moveTo>
                <a:lnTo>
                  <a:pt x="0" y="373696"/>
                </a:lnTo>
                <a:lnTo>
                  <a:pt x="0" y="0"/>
                </a:lnTo>
                <a:lnTo>
                  <a:pt x="541752" y="0"/>
                </a:lnTo>
                <a:lnTo>
                  <a:pt x="541752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936674" y="4888051"/>
            <a:ext cx="807085" cy="374015"/>
          </a:xfrm>
          <a:custGeom>
            <a:avLst/>
            <a:gdLst/>
            <a:ahLst/>
            <a:cxnLst/>
            <a:rect l="l" t="t" r="r" b="b"/>
            <a:pathLst>
              <a:path w="807084" h="374014">
                <a:moveTo>
                  <a:pt x="806714" y="373696"/>
                </a:moveTo>
                <a:lnTo>
                  <a:pt x="0" y="373696"/>
                </a:lnTo>
                <a:lnTo>
                  <a:pt x="0" y="0"/>
                </a:lnTo>
                <a:lnTo>
                  <a:pt x="806714" y="0"/>
                </a:lnTo>
                <a:lnTo>
                  <a:pt x="806714" y="373696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48555" y="4876998"/>
            <a:ext cx="415226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16025" algn="l"/>
                <a:tab pos="2254250" algn="l"/>
              </a:tabLst>
            </a:pPr>
            <a:r>
              <a:rPr dirty="0" sz="2200" spc="195">
                <a:solidFill>
                  <a:srgbClr val="828EAC"/>
                </a:solidFill>
                <a:latin typeface="Arial"/>
                <a:cs typeface="Arial"/>
              </a:rPr>
              <a:t>"args"</a:t>
            </a:r>
            <a:r>
              <a:rPr dirty="0" sz="2200" spc="195">
                <a:solidFill>
                  <a:srgbClr val="D1D1CF"/>
                </a:solidFill>
                <a:latin typeface="Arial"/>
                <a:cs typeface="Arial"/>
              </a:rPr>
              <a:t>:</a:t>
            </a:r>
            <a:r>
              <a:rPr dirty="0" sz="2200">
                <a:solidFill>
                  <a:srgbClr val="D1D1CF"/>
                </a:solidFill>
                <a:latin typeface="Arial"/>
                <a:cs typeface="Arial"/>
              </a:rPr>
              <a:t>	</a:t>
            </a:r>
            <a:r>
              <a:rPr dirty="0" sz="2200" spc="290">
                <a:solidFill>
                  <a:srgbClr val="D1D1CF"/>
                </a:solidFill>
                <a:latin typeface="Arial"/>
                <a:cs typeface="Arial"/>
              </a:rPr>
              <a:t>["</a:t>
            </a:r>
            <a:r>
              <a:rPr dirty="0" sz="2200" spc="290">
                <a:solidFill>
                  <a:srgbClr val="AABAA3"/>
                </a:solidFill>
                <a:latin typeface="Arial"/>
                <a:cs typeface="Arial"/>
              </a:rPr>
              <a:t>-</a:t>
            </a:r>
            <a:r>
              <a:rPr dirty="0" sz="2200" spc="320">
                <a:solidFill>
                  <a:srgbClr val="D1D1CF"/>
                </a:solidFill>
                <a:latin typeface="Arial"/>
                <a:cs typeface="Arial"/>
              </a:rPr>
              <a:t>y",</a:t>
            </a:r>
            <a:r>
              <a:rPr dirty="0" sz="2200">
                <a:solidFill>
                  <a:srgbClr val="D1D1CF"/>
                </a:solidFill>
                <a:latin typeface="Arial"/>
                <a:cs typeface="Arial"/>
              </a:rPr>
              <a:t>	</a:t>
            </a:r>
            <a:r>
              <a:rPr dirty="0" sz="2200" spc="70">
                <a:solidFill>
                  <a:srgbClr val="D1D1CF"/>
                </a:solidFill>
                <a:latin typeface="Arial"/>
                <a:cs typeface="Arial"/>
              </a:rPr>
              <a:t>"</a:t>
            </a:r>
            <a:r>
              <a:rPr dirty="0" sz="2200" spc="70">
                <a:solidFill>
                  <a:srgbClr val="9C9E9C"/>
                </a:solidFill>
                <a:latin typeface="Arial"/>
                <a:cs typeface="Arial"/>
              </a:rPr>
              <a:t>m</a:t>
            </a:r>
            <a:r>
              <a:rPr dirty="0" sz="2200" spc="70">
                <a:solidFill>
                  <a:srgbClr val="AABAA3"/>
                </a:solidFill>
                <a:latin typeface="Arial"/>
                <a:cs typeface="Arial"/>
              </a:rPr>
              <a:t>cp-</a:t>
            </a:r>
            <a:r>
              <a:rPr dirty="0" sz="2200" spc="50">
                <a:solidFill>
                  <a:srgbClr val="AABAA3"/>
                </a:solidFill>
                <a:latin typeface="Arial"/>
                <a:cs typeface="Arial"/>
              </a:rPr>
              <a:t>r</a:t>
            </a:r>
            <a:r>
              <a:rPr dirty="0" sz="2200" spc="50">
                <a:solidFill>
                  <a:srgbClr val="9C9E9C"/>
                </a:solidFill>
                <a:latin typeface="Arial"/>
                <a:cs typeface="Arial"/>
              </a:rPr>
              <a:t>e</a:t>
            </a:r>
            <a:r>
              <a:rPr dirty="0" sz="2200" spc="50">
                <a:solidFill>
                  <a:srgbClr val="AABAA3"/>
                </a:solidFill>
                <a:latin typeface="Arial"/>
                <a:cs typeface="Arial"/>
              </a:rPr>
              <a:t>mote"</a:t>
            </a:r>
            <a:r>
              <a:rPr dirty="0" sz="2200" spc="50">
                <a:solidFill>
                  <a:srgbClr val="D1D1CF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79071" y="4888051"/>
            <a:ext cx="802640" cy="374015"/>
          </a:xfrm>
          <a:prstGeom prst="rect">
            <a:avLst/>
          </a:prstGeom>
          <a:solidFill>
            <a:srgbClr val="111315"/>
          </a:solidFill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598170" algn="l"/>
              </a:tabLst>
            </a:pPr>
            <a:r>
              <a:rPr dirty="0" sz="2200" spc="50">
                <a:solidFill>
                  <a:srgbClr val="AABAA3"/>
                </a:solidFill>
                <a:latin typeface="Arial"/>
                <a:cs typeface="Arial"/>
              </a:rPr>
              <a:t>"</a:t>
            </a:r>
            <a:r>
              <a:rPr dirty="0" sz="2200" spc="-240">
                <a:solidFill>
                  <a:srgbClr val="AABAA3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D1D1CF"/>
                </a:solidFill>
                <a:latin typeface="Arial"/>
                <a:cs typeface="Arial"/>
              </a:rPr>
              <a:t>...</a:t>
            </a:r>
            <a:r>
              <a:rPr dirty="0" sz="2200">
                <a:solidFill>
                  <a:srgbClr val="D1D1CF"/>
                </a:solidFill>
                <a:latin typeface="Arial"/>
                <a:cs typeface="Arial"/>
              </a:rPr>
              <a:t>	</a:t>
            </a:r>
            <a:r>
              <a:rPr dirty="0" sz="2200" spc="-25">
                <a:solidFill>
                  <a:srgbClr val="D1D1CF"/>
                </a:solidFill>
                <a:latin typeface="Arial"/>
                <a:cs typeface="Arial"/>
              </a:rPr>
              <a:t>"]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47265" y="5206906"/>
            <a:ext cx="102235" cy="441959"/>
          </a:xfrm>
          <a:custGeom>
            <a:avLst/>
            <a:gdLst/>
            <a:ahLst/>
            <a:cxnLst/>
            <a:rect l="l" t="t" r="r" b="b"/>
            <a:pathLst>
              <a:path w="102235" h="441960">
                <a:moveTo>
                  <a:pt x="101895" y="441641"/>
                </a:moveTo>
                <a:lnTo>
                  <a:pt x="0" y="441641"/>
                </a:lnTo>
                <a:lnTo>
                  <a:pt x="0" y="0"/>
                </a:lnTo>
                <a:lnTo>
                  <a:pt x="101895" y="0"/>
                </a:lnTo>
                <a:lnTo>
                  <a:pt x="101895" y="441641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41579" y="5538825"/>
            <a:ext cx="102235" cy="441959"/>
          </a:xfrm>
          <a:custGeom>
            <a:avLst/>
            <a:gdLst/>
            <a:ahLst/>
            <a:cxnLst/>
            <a:rect l="l" t="t" r="r" b="b"/>
            <a:pathLst>
              <a:path w="102235" h="441960">
                <a:moveTo>
                  <a:pt x="101895" y="441641"/>
                </a:moveTo>
                <a:lnTo>
                  <a:pt x="0" y="441641"/>
                </a:lnTo>
                <a:lnTo>
                  <a:pt x="0" y="0"/>
                </a:lnTo>
                <a:lnTo>
                  <a:pt x="101895" y="0"/>
                </a:lnTo>
                <a:lnTo>
                  <a:pt x="101895" y="441641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48630" y="5870745"/>
            <a:ext cx="102235" cy="441959"/>
          </a:xfrm>
          <a:custGeom>
            <a:avLst/>
            <a:gdLst/>
            <a:ahLst/>
            <a:cxnLst/>
            <a:rect l="l" t="t" r="r" b="b"/>
            <a:pathLst>
              <a:path w="102235" h="441960">
                <a:moveTo>
                  <a:pt x="101895" y="441641"/>
                </a:moveTo>
                <a:lnTo>
                  <a:pt x="0" y="441641"/>
                </a:lnTo>
                <a:lnTo>
                  <a:pt x="0" y="0"/>
                </a:lnTo>
                <a:lnTo>
                  <a:pt x="101895" y="0"/>
                </a:lnTo>
                <a:lnTo>
                  <a:pt x="101895" y="441641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735929" y="5196151"/>
            <a:ext cx="702310" cy="10877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10870">
              <a:lnSpc>
                <a:spcPts val="2865"/>
              </a:lnSpc>
              <a:spcBef>
                <a:spcPts val="110"/>
              </a:spcBef>
            </a:pPr>
            <a:r>
              <a:rPr dirty="0" sz="2600" spc="-50">
                <a:solidFill>
                  <a:srgbClr val="D1D1CF"/>
                </a:solidFill>
                <a:latin typeface="Arial"/>
                <a:cs typeface="Arial"/>
              </a:rPr>
              <a:t>l</a:t>
            </a:r>
            <a:endParaRPr sz="2600">
              <a:latin typeface="Arial"/>
              <a:cs typeface="Arial"/>
            </a:endParaRPr>
          </a:p>
          <a:p>
            <a:pPr marL="305435">
              <a:lnSpc>
                <a:spcPts val="2615"/>
              </a:lnSpc>
            </a:pPr>
            <a:r>
              <a:rPr dirty="0" sz="2600" spc="-50">
                <a:solidFill>
                  <a:srgbClr val="D1D1CF"/>
                </a:solidFill>
                <a:latin typeface="Arial"/>
                <a:cs typeface="Arial"/>
              </a:rPr>
              <a:t>l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dirty="0" sz="2600" spc="-50">
                <a:solidFill>
                  <a:srgbClr val="D1D1CF"/>
                </a:solidFill>
                <a:latin typeface="Arial"/>
                <a:cs typeface="Arial"/>
              </a:rPr>
              <a:t>l</a:t>
            </a:r>
            <a:endParaRPr sz="2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7672" y="7068910"/>
            <a:ext cx="2484755" cy="513715"/>
          </a:xfrm>
          <a:custGeom>
            <a:avLst/>
            <a:gdLst/>
            <a:ahLst/>
            <a:cxnLst/>
            <a:rect l="l" t="t" r="r" b="b"/>
            <a:pathLst>
              <a:path w="2484754" h="513715">
                <a:moveTo>
                  <a:pt x="2484438" y="513388"/>
                </a:moveTo>
                <a:lnTo>
                  <a:pt x="0" y="513388"/>
                </a:lnTo>
                <a:lnTo>
                  <a:pt x="0" y="0"/>
                </a:lnTo>
                <a:lnTo>
                  <a:pt x="2484438" y="0"/>
                </a:lnTo>
                <a:lnTo>
                  <a:pt x="2484438" y="513388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54972" y="7060009"/>
            <a:ext cx="256286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00" b="1">
                <a:solidFill>
                  <a:srgbClr val="F9F9F7"/>
                </a:solidFill>
                <a:latin typeface="Arial"/>
                <a:cs typeface="Arial"/>
              </a:rPr>
              <a:t>Key</a:t>
            </a:r>
            <a:r>
              <a:rPr dirty="0" sz="2900" spc="-75" b="1">
                <a:solidFill>
                  <a:srgbClr val="F9F9F7"/>
                </a:solidFill>
                <a:latin typeface="Arial"/>
                <a:cs typeface="Arial"/>
              </a:rPr>
              <a:t> </a:t>
            </a:r>
            <a:r>
              <a:rPr dirty="0" sz="2900" spc="-105" b="1">
                <a:solidFill>
                  <a:srgbClr val="F9F9F7"/>
                </a:solidFill>
                <a:latin typeface="Arial"/>
                <a:cs typeface="Arial"/>
              </a:rPr>
              <a:t>Tool</a:t>
            </a:r>
            <a:r>
              <a:rPr dirty="0" sz="2900" spc="-170" b="1">
                <a:solidFill>
                  <a:srgbClr val="F9F9F7"/>
                </a:solidFill>
                <a:latin typeface="Arial"/>
                <a:cs typeface="Arial"/>
              </a:rPr>
              <a:t> </a:t>
            </a:r>
            <a:r>
              <a:rPr dirty="0" sz="2900" spc="-30" b="1">
                <a:solidFill>
                  <a:srgbClr val="F9F9F7"/>
                </a:solidFill>
                <a:latin typeface="Arial"/>
                <a:cs typeface="Arial"/>
              </a:rPr>
              <a:t>Used:</a:t>
            </a:r>
            <a:endParaRPr sz="2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8411" y="7885943"/>
            <a:ext cx="1299210" cy="513715"/>
          </a:xfrm>
          <a:custGeom>
            <a:avLst/>
            <a:gdLst/>
            <a:ahLst/>
            <a:cxnLst/>
            <a:rect l="l" t="t" r="r" b="b"/>
            <a:pathLst>
              <a:path w="1299210" h="513715">
                <a:moveTo>
                  <a:pt x="1299165" y="513388"/>
                </a:moveTo>
                <a:lnTo>
                  <a:pt x="0" y="513388"/>
                </a:lnTo>
                <a:lnTo>
                  <a:pt x="0" y="0"/>
                </a:lnTo>
                <a:lnTo>
                  <a:pt x="1299165" y="0"/>
                </a:lnTo>
                <a:lnTo>
                  <a:pt x="1299165" y="513388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55710" y="7877042"/>
            <a:ext cx="137287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25" b="1">
                <a:solidFill>
                  <a:srgbClr val="F9F9F7"/>
                </a:solidFill>
                <a:latin typeface="Arial"/>
                <a:cs typeface="Arial"/>
              </a:rPr>
              <a:t>Benefit:</a:t>
            </a:r>
            <a:endParaRPr sz="2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4995" y="7083378"/>
            <a:ext cx="446405" cy="475615"/>
          </a:xfrm>
          <a:prstGeom prst="rect">
            <a:avLst/>
          </a:prstGeom>
          <a:solidFill>
            <a:srgbClr val="111315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800" spc="-25">
                <a:solidFill>
                  <a:srgbClr val="D1D1CF"/>
                </a:solidFill>
                <a:latin typeface="Arial"/>
                <a:cs typeface="Arial"/>
              </a:rPr>
              <a:t>A'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19181" y="7109061"/>
            <a:ext cx="2682875" cy="441959"/>
          </a:xfrm>
          <a:custGeom>
            <a:avLst/>
            <a:gdLst/>
            <a:ahLst/>
            <a:cxnLst/>
            <a:rect l="l" t="t" r="r" b="b"/>
            <a:pathLst>
              <a:path w="2682875" h="441959">
                <a:moveTo>
                  <a:pt x="2682874" y="441641"/>
                </a:moveTo>
                <a:lnTo>
                  <a:pt x="0" y="441641"/>
                </a:lnTo>
                <a:lnTo>
                  <a:pt x="0" y="0"/>
                </a:lnTo>
                <a:lnTo>
                  <a:pt x="2682874" y="0"/>
                </a:lnTo>
                <a:lnTo>
                  <a:pt x="2682874" y="441641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86669" y="7083378"/>
            <a:ext cx="1977389" cy="475615"/>
          </a:xfrm>
          <a:custGeom>
            <a:avLst/>
            <a:gdLst/>
            <a:ahLst/>
            <a:cxnLst/>
            <a:rect l="l" t="t" r="r" b="b"/>
            <a:pathLst>
              <a:path w="1977390" h="475615">
                <a:moveTo>
                  <a:pt x="1977177" y="475613"/>
                </a:moveTo>
                <a:lnTo>
                  <a:pt x="0" y="475613"/>
                </a:lnTo>
                <a:lnTo>
                  <a:pt x="0" y="0"/>
                </a:lnTo>
                <a:lnTo>
                  <a:pt x="1977177" y="0"/>
                </a:lnTo>
                <a:lnTo>
                  <a:pt x="1977177" y="475613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206481" y="7072776"/>
            <a:ext cx="490791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79725" algn="l"/>
              </a:tabLst>
            </a:pPr>
            <a:r>
              <a:rPr dirty="0" sz="2600" spc="114">
                <a:solidFill>
                  <a:srgbClr val="D1D1CF"/>
                </a:solidFill>
                <a:latin typeface="Arial"/>
                <a:cs typeface="Arial"/>
              </a:rPr>
              <a:t>figma</a:t>
            </a:r>
            <a:r>
              <a:rPr dirty="0" sz="2600" spc="114">
                <a:solidFill>
                  <a:srgbClr val="F9F9F7"/>
                </a:solidFill>
                <a:latin typeface="Arial"/>
                <a:cs typeface="Arial"/>
              </a:rPr>
              <a:t>-</a:t>
            </a:r>
            <a:r>
              <a:rPr dirty="0" sz="2600" spc="125">
                <a:solidFill>
                  <a:srgbClr val="D1D1CF"/>
                </a:solidFill>
                <a:latin typeface="Arial"/>
                <a:cs typeface="Arial"/>
              </a:rPr>
              <a:t>dev</a:t>
            </a:r>
            <a:r>
              <a:rPr dirty="0" sz="2600" spc="125">
                <a:solidFill>
                  <a:srgbClr val="F9F9F7"/>
                </a:solidFill>
                <a:latin typeface="Arial"/>
                <a:cs typeface="Arial"/>
              </a:rPr>
              <a:t>-</a:t>
            </a:r>
            <a:r>
              <a:rPr dirty="0" sz="2600" spc="114">
                <a:solidFill>
                  <a:srgbClr val="D1D1CF"/>
                </a:solidFill>
                <a:latin typeface="Arial"/>
                <a:cs typeface="Arial"/>
              </a:rPr>
              <a:t>mode'</a:t>
            </a:r>
            <a:r>
              <a:rPr dirty="0" sz="2600">
                <a:solidFill>
                  <a:srgbClr val="D1D1CF"/>
                </a:solidFill>
                <a:latin typeface="Arial"/>
                <a:cs typeface="Arial"/>
              </a:rPr>
              <a:t>	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MCP</a:t>
            </a:r>
            <a:r>
              <a:rPr dirty="0" sz="2800" spc="2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D1D1CF"/>
                </a:solidFill>
                <a:latin typeface="Arial"/>
                <a:cs typeface="Arial"/>
              </a:rPr>
              <a:t>server.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78983" y="7887645"/>
            <a:ext cx="11587480" cy="475615"/>
          </a:xfrm>
          <a:custGeom>
            <a:avLst/>
            <a:gdLst/>
            <a:ahLst/>
            <a:cxnLst/>
            <a:rect l="l" t="t" r="r" b="b"/>
            <a:pathLst>
              <a:path w="11587480" h="475615">
                <a:moveTo>
                  <a:pt x="11587030" y="475613"/>
                </a:moveTo>
                <a:lnTo>
                  <a:pt x="0" y="475613"/>
                </a:lnTo>
                <a:lnTo>
                  <a:pt x="0" y="0"/>
                </a:lnTo>
                <a:lnTo>
                  <a:pt x="11587030" y="0"/>
                </a:lnTo>
                <a:lnTo>
                  <a:pt x="11587030" y="475613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666283" y="7877042"/>
            <a:ext cx="1183259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This</a:t>
            </a:r>
            <a:r>
              <a:rPr dirty="0" sz="2800" spc="17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D1D1CF"/>
                </a:solidFill>
                <a:latin typeface="Arial"/>
                <a:cs typeface="Arial"/>
              </a:rPr>
              <a:t>allowed</a:t>
            </a:r>
            <a:r>
              <a:rPr dirty="0" sz="2800" spc="15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our</a:t>
            </a:r>
            <a:r>
              <a:rPr dirty="0" sz="2800" spc="23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Al</a:t>
            </a:r>
            <a:r>
              <a:rPr dirty="0" sz="2800" spc="12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75">
                <a:solidFill>
                  <a:srgbClr val="D1D1CF"/>
                </a:solidFill>
                <a:latin typeface="Arial"/>
                <a:cs typeface="Arial"/>
              </a:rPr>
              <a:t>coding</a:t>
            </a:r>
            <a:r>
              <a:rPr dirty="0" sz="2800" spc="17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D1D1CF"/>
                </a:solidFill>
                <a:latin typeface="Arial"/>
                <a:cs typeface="Arial"/>
              </a:rPr>
              <a:t>agent</a:t>
            </a:r>
            <a:r>
              <a:rPr dirty="0" sz="2800" spc="29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to</a:t>
            </a:r>
            <a:r>
              <a:rPr dirty="0" sz="2800" spc="31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'see'</a:t>
            </a:r>
            <a:r>
              <a:rPr dirty="0" sz="2800" spc="20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60">
                <a:solidFill>
                  <a:srgbClr val="D1D1CF"/>
                </a:solidFill>
                <a:latin typeface="Arial"/>
                <a:cs typeface="Arial"/>
              </a:rPr>
              <a:t>design</a:t>
            </a:r>
            <a:r>
              <a:rPr dirty="0" sz="2800" spc="15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requirements</a:t>
            </a:r>
            <a:r>
              <a:rPr dirty="0" sz="2800" spc="49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70">
                <a:solidFill>
                  <a:srgbClr val="D1D1CF"/>
                </a:solidFill>
                <a:latin typeface="Arial"/>
                <a:cs typeface="Arial"/>
              </a:rPr>
              <a:t>directly,</a:t>
            </a:r>
            <a:r>
              <a:rPr dirty="0" sz="2800" spc="47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-745">
                <a:solidFill>
                  <a:srgbClr val="56565B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63648" y="8321694"/>
            <a:ext cx="10406380" cy="475615"/>
          </a:xfrm>
          <a:custGeom>
            <a:avLst/>
            <a:gdLst/>
            <a:ahLst/>
            <a:cxnLst/>
            <a:rect l="l" t="t" r="r" b="b"/>
            <a:pathLst>
              <a:path w="10406380" h="475615">
                <a:moveTo>
                  <a:pt x="10405808" y="475613"/>
                </a:moveTo>
                <a:lnTo>
                  <a:pt x="0" y="475613"/>
                </a:lnTo>
                <a:lnTo>
                  <a:pt x="0" y="0"/>
                </a:lnTo>
                <a:lnTo>
                  <a:pt x="10405808" y="0"/>
                </a:lnTo>
                <a:lnTo>
                  <a:pt x="10405808" y="475613"/>
                </a:lnTo>
                <a:close/>
              </a:path>
            </a:pathLst>
          </a:custGeom>
          <a:solidFill>
            <a:srgbClr val="1113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50948" y="8311091"/>
            <a:ext cx="1063815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80">
                <a:solidFill>
                  <a:srgbClr val="D1D1CF"/>
                </a:solidFill>
                <a:latin typeface="Arial"/>
                <a:cs typeface="Arial"/>
              </a:rPr>
              <a:t>inspect</a:t>
            </a:r>
            <a:r>
              <a:rPr dirty="0" sz="2800" spc="17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D1D1CF"/>
                </a:solidFill>
                <a:latin typeface="Arial"/>
                <a:cs typeface="Arial"/>
              </a:rPr>
              <a:t>components,</a:t>
            </a:r>
            <a:r>
              <a:rPr dirty="0" sz="2800" spc="36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and</a:t>
            </a:r>
            <a:r>
              <a:rPr dirty="0" sz="2800" spc="16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D1D1CF"/>
                </a:solidFill>
                <a:latin typeface="Arial"/>
                <a:cs typeface="Arial"/>
              </a:rPr>
              <a:t>write</a:t>
            </a:r>
            <a:r>
              <a:rPr dirty="0" sz="2800" spc="3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D1D1CF"/>
                </a:solidFill>
                <a:latin typeface="Arial"/>
                <a:cs typeface="Arial"/>
              </a:rPr>
              <a:t>code</a:t>
            </a:r>
            <a:r>
              <a:rPr dirty="0" sz="2800" spc="11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65">
                <a:solidFill>
                  <a:srgbClr val="D1D1CF"/>
                </a:solidFill>
                <a:latin typeface="Arial"/>
                <a:cs typeface="Arial"/>
              </a:rPr>
              <a:t>to</a:t>
            </a:r>
            <a:r>
              <a:rPr dirty="0" sz="2800" spc="16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D1D1CF"/>
                </a:solidFill>
                <a:latin typeface="Arial"/>
                <a:cs typeface="Arial"/>
              </a:rPr>
              <a:t>match</a:t>
            </a:r>
            <a:r>
              <a:rPr dirty="0" sz="2800" spc="14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D1D1CF"/>
                </a:solidFill>
                <a:latin typeface="Arial"/>
                <a:cs typeface="Arial"/>
              </a:rPr>
              <a:t>the</a:t>
            </a:r>
            <a:r>
              <a:rPr dirty="0" sz="2800" spc="12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design</a:t>
            </a:r>
            <a:r>
              <a:rPr dirty="0" sz="2800" spc="300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D1D1CF"/>
                </a:solidFill>
                <a:latin typeface="Arial"/>
                <a:cs typeface="Arial"/>
              </a:rPr>
              <a:t>spec.</a:t>
            </a:r>
            <a:r>
              <a:rPr dirty="0" sz="2800" spc="345">
                <a:solidFill>
                  <a:srgbClr val="D1D1CF"/>
                </a:solidFill>
                <a:latin typeface="Arial"/>
                <a:cs typeface="Arial"/>
              </a:rPr>
              <a:t> </a:t>
            </a:r>
            <a:r>
              <a:rPr dirty="0" sz="2800" spc="-745">
                <a:solidFill>
                  <a:srgbClr val="67676B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2025-12-17T07:52:03Z</dcterms:created>
  <dcterms:modified xsi:type="dcterms:W3CDTF">2025-12-17T07:52:03Z</dcterms:modified>
</cp:coreProperties>
</file>