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D8DAD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2372" y="848920"/>
            <a:ext cx="9048750" cy="902969"/>
          </a:xfrm>
          <a:custGeom>
            <a:avLst/>
            <a:gdLst/>
            <a:ahLst/>
            <a:cxnLst/>
            <a:rect l="l" t="t" r="r" b="b"/>
            <a:pathLst>
              <a:path w="9048750" h="902969">
                <a:moveTo>
                  <a:pt x="9048689" y="902855"/>
                </a:moveTo>
                <a:lnTo>
                  <a:pt x="0" y="902855"/>
                </a:lnTo>
                <a:lnTo>
                  <a:pt x="0" y="0"/>
                </a:lnTo>
                <a:lnTo>
                  <a:pt x="9048689" y="0"/>
                </a:lnTo>
                <a:lnTo>
                  <a:pt x="9048689" y="902855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D8DAD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D8DAD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D8DAD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9672" y="842896"/>
            <a:ext cx="9141460" cy="807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D8DAD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047" cy="472373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774803"/>
            <a:ext cx="17475047" cy="4902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42326" y="4794018"/>
            <a:ext cx="70866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38430" algn="l"/>
              </a:tabLst>
            </a:pPr>
            <a:r>
              <a:rPr dirty="0" sz="1450" spc="-80" i="1">
                <a:solidFill>
                  <a:srgbClr val="797E82"/>
                </a:solidFill>
                <a:latin typeface="Arial"/>
                <a:cs typeface="Arial"/>
              </a:rPr>
              <a:t>?:::-</a:t>
            </a:r>
            <a:r>
              <a:rPr dirty="0" sz="1450" spc="-145" i="1">
                <a:solidFill>
                  <a:srgbClr val="95999C"/>
                </a:solidFill>
                <a:latin typeface="Arial"/>
                <a:cs typeface="Arial"/>
              </a:rPr>
              <a:t>:</a:t>
            </a:r>
            <a:r>
              <a:rPr dirty="0" sz="1450" spc="-140" i="1">
                <a:solidFill>
                  <a:srgbClr val="95999C"/>
                </a:solidFill>
                <a:latin typeface="Arial"/>
                <a:cs typeface="Arial"/>
              </a:rPr>
              <a:t>�</a:t>
            </a:r>
            <a:r>
              <a:rPr dirty="0" sz="1450" spc="-1000" i="1">
                <a:solidFill>
                  <a:srgbClr val="95999C"/>
                </a:solidFill>
                <a:latin typeface="Arial"/>
                <a:cs typeface="Arial"/>
              </a:rPr>
              <a:t>�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87069" y="4813167"/>
            <a:ext cx="126364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910">
                <a:solidFill>
                  <a:srgbClr val="797E82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29867" y="4647207"/>
            <a:ext cx="226060" cy="63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-355">
                <a:solidFill>
                  <a:srgbClr val="797E82"/>
                </a:solidFill>
                <a:latin typeface="Arial"/>
                <a:cs typeface="Arial"/>
              </a:rPr>
              <a:t>..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92492" y="4774869"/>
            <a:ext cx="166370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1030">
                <a:solidFill>
                  <a:srgbClr val="44B593"/>
                </a:solidFill>
                <a:latin typeface="Times New Roman"/>
                <a:cs typeface="Times New Roman"/>
              </a:rPr>
              <a:t>-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76566" y="5138704"/>
            <a:ext cx="38544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695">
                <a:solidFill>
                  <a:srgbClr val="34605B"/>
                </a:solidFill>
                <a:latin typeface="Arial"/>
                <a:cs typeface="Arial"/>
              </a:rPr>
              <a:t>L</a:t>
            </a:r>
            <a:r>
              <a:rPr dirty="0" sz="1650" spc="695">
                <a:solidFill>
                  <a:srgbClr val="797E82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7942" y="5138704"/>
            <a:ext cx="14541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425">
                <a:solidFill>
                  <a:srgbClr val="797E82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0"/>
              <a:t>We</a:t>
            </a:r>
            <a:r>
              <a:rPr dirty="0" spc="-254"/>
              <a:t> </a:t>
            </a:r>
            <a:r>
              <a:rPr dirty="0"/>
              <a:t>Practice</a:t>
            </a:r>
            <a:r>
              <a:rPr dirty="0" spc="110"/>
              <a:t> </a:t>
            </a:r>
            <a:r>
              <a:rPr dirty="0" spc="155"/>
              <a:t>What</a:t>
            </a:r>
            <a:r>
              <a:rPr dirty="0" spc="105"/>
              <a:t> </a:t>
            </a:r>
            <a:r>
              <a:rPr dirty="0" spc="150"/>
              <a:t>We</a:t>
            </a:r>
            <a:r>
              <a:rPr dirty="0" spc="-250"/>
              <a:t> </a:t>
            </a:r>
            <a:r>
              <a:rPr dirty="0" spc="40"/>
              <a:t>Preach</a:t>
            </a:r>
          </a:p>
        </p:txBody>
      </p:sp>
      <p:sp>
        <p:nvSpPr>
          <p:cNvPr id="3" name="object 3"/>
          <p:cNvSpPr/>
          <p:nvPr/>
        </p:nvSpPr>
        <p:spPr>
          <a:xfrm>
            <a:off x="907948" y="1938400"/>
            <a:ext cx="14488160" cy="1152525"/>
          </a:xfrm>
          <a:custGeom>
            <a:avLst/>
            <a:gdLst/>
            <a:ahLst/>
            <a:cxnLst/>
            <a:rect l="l" t="t" r="r" b="b"/>
            <a:pathLst>
              <a:path w="14488160" h="1152525">
                <a:moveTo>
                  <a:pt x="14487893" y="0"/>
                </a:moveTo>
                <a:lnTo>
                  <a:pt x="4140" y="0"/>
                </a:lnTo>
                <a:lnTo>
                  <a:pt x="4140" y="446811"/>
                </a:lnTo>
                <a:lnTo>
                  <a:pt x="0" y="446811"/>
                </a:lnTo>
                <a:lnTo>
                  <a:pt x="0" y="1152423"/>
                </a:lnTo>
                <a:lnTo>
                  <a:pt x="4131729" y="1152423"/>
                </a:lnTo>
                <a:lnTo>
                  <a:pt x="4131729" y="705612"/>
                </a:lnTo>
                <a:lnTo>
                  <a:pt x="14487893" y="705612"/>
                </a:lnTo>
                <a:lnTo>
                  <a:pt x="14487893" y="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5251" y="1934401"/>
            <a:ext cx="14541500" cy="97028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 marR="5080" indent="3810">
              <a:lnSpc>
                <a:spcPts val="3520"/>
              </a:lnSpc>
              <a:spcBef>
                <a:spcPts val="550"/>
              </a:spcBef>
            </a:pP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MCP</a:t>
            </a:r>
            <a:r>
              <a:rPr dirty="0" sz="3250" spc="-38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Config</a:t>
            </a:r>
            <a:r>
              <a:rPr dirty="0" sz="3250" spc="-4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Manager</a:t>
            </a:r>
            <a:r>
              <a:rPr dirty="0" sz="3250" spc="-19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35">
                <a:solidFill>
                  <a:srgbClr val="D8DAD4"/>
                </a:solidFill>
                <a:latin typeface="Courier New"/>
                <a:cs typeface="Courier New"/>
              </a:rPr>
              <a:t>was</a:t>
            </a:r>
            <a:r>
              <a:rPr dirty="0" sz="3250" spc="-25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34">
                <a:solidFill>
                  <a:srgbClr val="D8DAD4"/>
                </a:solidFill>
                <a:latin typeface="Courier New"/>
                <a:cs typeface="Courier New"/>
              </a:rPr>
              <a:t>built</a:t>
            </a:r>
            <a:r>
              <a:rPr dirty="0" sz="3250" spc="-42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from</a:t>
            </a:r>
            <a:r>
              <a:rPr dirty="0" sz="3250" spc="-24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20">
                <a:solidFill>
                  <a:srgbClr val="D8DAD4"/>
                </a:solidFill>
                <a:latin typeface="Courier New"/>
                <a:cs typeface="Courier New"/>
              </a:rPr>
              <a:t>the</a:t>
            </a:r>
            <a:r>
              <a:rPr dirty="0" sz="3250" spc="-42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ground</a:t>
            </a:r>
            <a:r>
              <a:rPr dirty="0" sz="3250" spc="8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up</a:t>
            </a:r>
            <a:r>
              <a:rPr dirty="0" sz="3250" spc="-22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using</a:t>
            </a:r>
            <a:r>
              <a:rPr dirty="0" sz="3250" spc="-434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280">
                <a:solidFill>
                  <a:srgbClr val="D8DAD4"/>
                </a:solidFill>
                <a:latin typeface="Courier New"/>
                <a:cs typeface="Courier New"/>
              </a:rPr>
              <a:t>the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 very</a:t>
            </a:r>
            <a:r>
              <a:rPr dirty="0" sz="3250" spc="-35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40">
                <a:solidFill>
                  <a:srgbClr val="D8DAD4"/>
                </a:solidFill>
                <a:latin typeface="Courier New"/>
                <a:cs typeface="Courier New"/>
              </a:rPr>
              <a:t>tools</a:t>
            </a:r>
            <a:r>
              <a:rPr dirty="0" sz="3250" spc="-43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40">
                <a:solidFill>
                  <a:srgbClr val="D8DAD4"/>
                </a:solidFill>
                <a:latin typeface="Courier New"/>
                <a:cs typeface="Courier New"/>
              </a:rPr>
              <a:t>and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protocols</a:t>
            </a:r>
            <a:r>
              <a:rPr dirty="0" sz="3250" spc="-32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it</a:t>
            </a:r>
            <a:r>
              <a:rPr dirty="0" sz="3250" spc="-229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25">
                <a:solidFill>
                  <a:srgbClr val="D8DAD4"/>
                </a:solidFill>
                <a:latin typeface="Courier New"/>
                <a:cs typeface="Courier New"/>
              </a:rPr>
              <a:t>manages.</a:t>
            </a:r>
            <a:endParaRPr sz="32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4930" y="3700117"/>
            <a:ext cx="6445885" cy="2493010"/>
          </a:xfrm>
          <a:prstGeom prst="rect">
            <a:avLst/>
          </a:prstGeom>
          <a:solidFill>
            <a:srgbClr val="0F0F0F"/>
          </a:solidFill>
        </p:spPr>
        <p:txBody>
          <a:bodyPr wrap="square" lIns="0" tIns="66040" rIns="0" bIns="0" rtlCol="0" vert="horz">
            <a:spAutoFit/>
          </a:bodyPr>
          <a:lstStyle/>
          <a:p>
            <a:pPr indent="10160">
              <a:lnSpc>
                <a:spcPts val="3520"/>
              </a:lnSpc>
              <a:spcBef>
                <a:spcPts val="520"/>
              </a:spcBef>
            </a:pPr>
            <a:r>
              <a:rPr dirty="0" sz="3250" spc="-335">
                <a:solidFill>
                  <a:srgbClr val="D8DAD4"/>
                </a:solidFill>
                <a:latin typeface="Courier New"/>
                <a:cs typeface="Courier New"/>
              </a:rPr>
              <a:t>For</a:t>
            </a:r>
            <a:r>
              <a:rPr dirty="0" sz="3250" spc="-45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example,</a:t>
            </a:r>
            <a:r>
              <a:rPr dirty="0" sz="3250" spc="-22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280">
                <a:solidFill>
                  <a:srgbClr val="D8DAD4"/>
                </a:solidFill>
                <a:latin typeface="Courier New"/>
                <a:cs typeface="Courier New"/>
              </a:rPr>
              <a:t>we</a:t>
            </a:r>
            <a:r>
              <a:rPr dirty="0" sz="3250" spc="-42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55">
                <a:solidFill>
                  <a:srgbClr val="EBEBE8"/>
                </a:solidFill>
                <a:latin typeface="Courier New"/>
                <a:cs typeface="Courier New"/>
              </a:rPr>
              <a:t>used</a:t>
            </a:r>
            <a:r>
              <a:rPr dirty="0" sz="3250" spc="-229">
                <a:solidFill>
                  <a:srgbClr val="EBEBE8"/>
                </a:solidFill>
                <a:latin typeface="Courier New"/>
                <a:cs typeface="Courier New"/>
              </a:rPr>
              <a:t> </a:t>
            </a:r>
            <a:r>
              <a:rPr dirty="0" sz="3250" spc="-320">
                <a:solidFill>
                  <a:srgbClr val="D8DAD4"/>
                </a:solidFill>
                <a:latin typeface="Courier New"/>
                <a:cs typeface="Courier New"/>
              </a:rPr>
              <a:t>the</a:t>
            </a:r>
            <a:r>
              <a:rPr dirty="0" sz="3250" spc="-69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0">
                <a:solidFill>
                  <a:srgbClr val="D8DAD4"/>
                </a:solidFill>
                <a:latin typeface="Courier New"/>
                <a:cs typeface="Courier New"/>
              </a:rPr>
              <a:t>'figma-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dev-mode'</a:t>
            </a:r>
            <a:r>
              <a:rPr dirty="0" sz="3250" spc="15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MCP</a:t>
            </a:r>
            <a:r>
              <a:rPr dirty="0" sz="3250" spc="-51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server</a:t>
            </a:r>
            <a:r>
              <a:rPr dirty="0" sz="3250" spc="-30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295">
                <a:solidFill>
                  <a:srgbClr val="D8DAD4"/>
                </a:solidFill>
                <a:latin typeface="Courier New"/>
                <a:cs typeface="Courier New"/>
              </a:rPr>
              <a:t>to</a:t>
            </a:r>
            <a:r>
              <a:rPr dirty="0" sz="3250" spc="-45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0">
                <a:solidFill>
                  <a:srgbClr val="D8DAD4"/>
                </a:solidFill>
                <a:latin typeface="Courier New"/>
                <a:cs typeface="Courier New"/>
              </a:rPr>
              <a:t>allow </a:t>
            </a:r>
            <a:r>
              <a:rPr dirty="0" sz="3250" spc="-320">
                <a:solidFill>
                  <a:srgbClr val="D8DAD4"/>
                </a:solidFill>
                <a:latin typeface="Courier New"/>
                <a:cs typeface="Courier New"/>
              </a:rPr>
              <a:t>the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15">
                <a:solidFill>
                  <a:srgbClr val="D8DAD4"/>
                </a:solidFill>
                <a:latin typeface="Courier New"/>
                <a:cs typeface="Courier New"/>
              </a:rPr>
              <a:t>AI</a:t>
            </a:r>
            <a:r>
              <a:rPr dirty="0" sz="3250" spc="-55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coding</a:t>
            </a:r>
            <a:r>
              <a:rPr dirty="0" sz="3250" spc="-25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agent</a:t>
            </a:r>
            <a:r>
              <a:rPr dirty="0" sz="3250" spc="-45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295">
                <a:solidFill>
                  <a:srgbClr val="D8DAD4"/>
                </a:solidFill>
                <a:latin typeface="Courier New"/>
                <a:cs typeface="Courier New"/>
              </a:rPr>
              <a:t>to</a:t>
            </a:r>
            <a:r>
              <a:rPr dirty="0" sz="3250" spc="-49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0">
                <a:solidFill>
                  <a:srgbClr val="EBEBE8"/>
                </a:solidFill>
                <a:latin typeface="Courier New"/>
                <a:cs typeface="Courier New"/>
              </a:rPr>
              <a:t>'see' </a:t>
            </a:r>
            <a:r>
              <a:rPr dirty="0" sz="3250" spc="-415">
                <a:solidFill>
                  <a:srgbClr val="D8DAD4"/>
                </a:solidFill>
                <a:latin typeface="Courier New"/>
                <a:cs typeface="Courier New"/>
              </a:rPr>
              <a:t>design</a:t>
            </a:r>
            <a:r>
              <a:rPr dirty="0" sz="3250" spc="-27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requirements</a:t>
            </a:r>
            <a:r>
              <a:rPr dirty="0" sz="3250" spc="-9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95">
                <a:solidFill>
                  <a:srgbClr val="D8DAD4"/>
                </a:solidFill>
                <a:latin typeface="Courier New"/>
                <a:cs typeface="Courier New"/>
              </a:rPr>
              <a:t>directly</a:t>
            </a:r>
            <a:r>
              <a:rPr dirty="0" sz="3250" spc="-140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40">
                <a:solidFill>
                  <a:srgbClr val="D8DAD4"/>
                </a:solidFill>
                <a:latin typeface="Courier New"/>
                <a:cs typeface="Courier New"/>
              </a:rPr>
              <a:t>and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translate</a:t>
            </a:r>
            <a:r>
              <a:rPr dirty="0" sz="3250" spc="-36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them</a:t>
            </a:r>
            <a:r>
              <a:rPr dirty="0" sz="3250" spc="-235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375">
                <a:solidFill>
                  <a:srgbClr val="D8DAD4"/>
                </a:solidFill>
                <a:latin typeface="Courier New"/>
                <a:cs typeface="Courier New"/>
              </a:rPr>
              <a:t>into</a:t>
            </a:r>
            <a:r>
              <a:rPr dirty="0" sz="3250" spc="-434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3250" spc="-405">
                <a:solidFill>
                  <a:srgbClr val="D8DAD4"/>
                </a:solidFill>
                <a:latin typeface="Courier New"/>
                <a:cs typeface="Courier New"/>
              </a:rPr>
              <a:t>code.</a:t>
            </a:r>
            <a:endParaRPr sz="32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0249" y="3715279"/>
            <a:ext cx="68961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85">
                <a:solidFill>
                  <a:srgbClr val="70777E"/>
                </a:solidFill>
                <a:latin typeface="Courier New"/>
                <a:cs typeface="Courier New"/>
              </a:rPr>
              <a:t>//</a:t>
            </a:r>
            <a:r>
              <a:rPr dirty="0" sz="2900" spc="-400">
                <a:solidFill>
                  <a:srgbClr val="70777E"/>
                </a:solidFill>
                <a:latin typeface="Courier New"/>
                <a:cs typeface="Courier New"/>
              </a:rPr>
              <a:t> </a:t>
            </a:r>
            <a:r>
              <a:rPr dirty="0" sz="2900" spc="-285">
                <a:solidFill>
                  <a:srgbClr val="70777E"/>
                </a:solidFill>
                <a:latin typeface="Courier New"/>
                <a:cs typeface="Courier New"/>
              </a:rPr>
              <a:t>.mcp.json</a:t>
            </a:r>
            <a:r>
              <a:rPr dirty="0" sz="2900" spc="-195">
                <a:solidFill>
                  <a:srgbClr val="70777E"/>
                </a:solidFill>
                <a:latin typeface="Courier New"/>
                <a:cs typeface="Courier New"/>
              </a:rPr>
              <a:t> </a:t>
            </a:r>
            <a:r>
              <a:rPr dirty="0" sz="2900" spc="-220">
                <a:solidFill>
                  <a:srgbClr val="70777E"/>
                </a:solidFill>
                <a:latin typeface="Courier New"/>
                <a:cs typeface="Courier New"/>
              </a:rPr>
              <a:t>(Actual</a:t>
            </a:r>
            <a:r>
              <a:rPr dirty="0" sz="2900" spc="-155">
                <a:solidFill>
                  <a:srgbClr val="70777E"/>
                </a:solidFill>
                <a:latin typeface="Courier New"/>
                <a:cs typeface="Courier New"/>
              </a:rPr>
              <a:t> </a:t>
            </a:r>
            <a:r>
              <a:rPr dirty="0" sz="2900" spc="-265">
                <a:solidFill>
                  <a:srgbClr val="70777E"/>
                </a:solidFill>
                <a:latin typeface="Courier New"/>
                <a:cs typeface="Courier New"/>
              </a:rPr>
              <a:t>Project</a:t>
            </a:r>
            <a:r>
              <a:rPr dirty="0" sz="2900" spc="-125">
                <a:solidFill>
                  <a:srgbClr val="70777E"/>
                </a:solidFill>
                <a:latin typeface="Courier New"/>
                <a:cs typeface="Courier New"/>
              </a:rPr>
              <a:t> </a:t>
            </a:r>
            <a:r>
              <a:rPr dirty="0" sz="2900" spc="-180">
                <a:solidFill>
                  <a:srgbClr val="70777E"/>
                </a:solidFill>
                <a:latin typeface="Courier New"/>
                <a:cs typeface="Courier New"/>
              </a:rPr>
              <a:t>Config)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55449" y="4236753"/>
            <a:ext cx="127635" cy="424815"/>
          </a:xfrm>
          <a:custGeom>
            <a:avLst/>
            <a:gdLst/>
            <a:ahLst/>
            <a:cxnLst/>
            <a:rect l="l" t="t" r="r" b="b"/>
            <a:pathLst>
              <a:path w="127634" h="424814">
                <a:moveTo>
                  <a:pt x="127369" y="424654"/>
                </a:moveTo>
                <a:lnTo>
                  <a:pt x="0" y="424654"/>
                </a:lnTo>
                <a:lnTo>
                  <a:pt x="0" y="0"/>
                </a:lnTo>
                <a:lnTo>
                  <a:pt x="127369" y="0"/>
                </a:lnTo>
                <a:lnTo>
                  <a:pt x="127369" y="424654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42748" y="4225925"/>
            <a:ext cx="11811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65">
                <a:solidFill>
                  <a:srgbClr val="D8DAD4"/>
                </a:solidFill>
                <a:latin typeface="Arial"/>
                <a:cs typeface="Arial"/>
              </a:rPr>
              <a:t>{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879381" y="4882310"/>
            <a:ext cx="462280" cy="193040"/>
            <a:chOff x="10879381" y="4882310"/>
            <a:chExt cx="462280" cy="193040"/>
          </a:xfrm>
        </p:grpSpPr>
        <p:sp>
          <p:nvSpPr>
            <p:cNvPr id="10" name="object 10"/>
            <p:cNvSpPr/>
            <p:nvPr/>
          </p:nvSpPr>
          <p:spPr>
            <a:xfrm>
              <a:off x="10886049" y="4882310"/>
              <a:ext cx="51435" cy="193040"/>
            </a:xfrm>
            <a:custGeom>
              <a:avLst/>
              <a:gdLst/>
              <a:ahLst/>
              <a:cxnLst/>
              <a:rect l="l" t="t" r="r" b="b"/>
              <a:pathLst>
                <a:path w="51434" h="193039">
                  <a:moveTo>
                    <a:pt x="50947" y="192832"/>
                  </a:moveTo>
                  <a:lnTo>
                    <a:pt x="0" y="192832"/>
                  </a:lnTo>
                  <a:lnTo>
                    <a:pt x="0" y="0"/>
                  </a:lnTo>
                  <a:lnTo>
                    <a:pt x="50947" y="0"/>
                  </a:lnTo>
                  <a:lnTo>
                    <a:pt x="50947" y="192832"/>
                  </a:lnTo>
                  <a:close/>
                </a:path>
              </a:pathLst>
            </a:custGeom>
            <a:solidFill>
              <a:srgbClr val="1F2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886049" y="5030124"/>
              <a:ext cx="51435" cy="0"/>
            </a:xfrm>
            <a:custGeom>
              <a:avLst/>
              <a:gdLst/>
              <a:ahLst/>
              <a:cxnLst/>
              <a:rect l="l" t="t" r="r" b="b"/>
              <a:pathLst>
                <a:path w="51434" h="0">
                  <a:moveTo>
                    <a:pt x="0" y="0"/>
                  </a:moveTo>
                  <a:lnTo>
                    <a:pt x="50947" y="0"/>
                  </a:lnTo>
                </a:path>
              </a:pathLst>
            </a:custGeom>
            <a:ln w="12766">
              <a:solidFill>
                <a:srgbClr val="D8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201024" y="4882310"/>
              <a:ext cx="140335" cy="193040"/>
            </a:xfrm>
            <a:custGeom>
              <a:avLst/>
              <a:gdLst/>
              <a:ahLst/>
              <a:cxnLst/>
              <a:rect l="l" t="t" r="r" b="b"/>
              <a:pathLst>
                <a:path w="140334" h="193039">
                  <a:moveTo>
                    <a:pt x="140106" y="192832"/>
                  </a:moveTo>
                  <a:lnTo>
                    <a:pt x="0" y="192832"/>
                  </a:lnTo>
                  <a:lnTo>
                    <a:pt x="0" y="0"/>
                  </a:lnTo>
                  <a:lnTo>
                    <a:pt x="140106" y="0"/>
                  </a:lnTo>
                  <a:lnTo>
                    <a:pt x="140106" y="192832"/>
                  </a:lnTo>
                  <a:close/>
                </a:path>
              </a:pathLst>
            </a:custGeom>
            <a:solidFill>
              <a:srgbClr val="1F232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542194" y="4704655"/>
            <a:ext cx="2837180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658745" algn="l"/>
              </a:tabLst>
            </a:pPr>
            <a:r>
              <a:rPr dirty="0" u="heavy" sz="2450" spc="50" b="1">
                <a:solidFill>
                  <a:srgbClr val="9C85B6"/>
                </a:solidFill>
                <a:uFill>
                  <a:solidFill>
                    <a:srgbClr val="9C85B6"/>
                  </a:solidFill>
                </a:uFill>
                <a:latin typeface="Arial"/>
                <a:cs typeface="Arial"/>
              </a:rPr>
              <a:t>"mcpServers</a:t>
            </a:r>
            <a:r>
              <a:rPr dirty="0" sz="2450" spc="-70" b="1">
                <a:solidFill>
                  <a:srgbClr val="9C85B6"/>
                </a:solidFill>
                <a:latin typeface="Arial"/>
                <a:cs typeface="Arial"/>
              </a:rPr>
              <a:t> </a:t>
            </a:r>
            <a:r>
              <a:rPr dirty="0" u="heavy" baseline="53140" sz="1725" spc="240">
                <a:solidFill>
                  <a:srgbClr val="9C85B6"/>
                </a:solidFill>
                <a:uFill>
                  <a:solidFill>
                    <a:srgbClr val="9C85B6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53140" sz="1725" spc="240">
                <a:solidFill>
                  <a:srgbClr val="9C85B6"/>
                </a:solidFill>
                <a:latin typeface="Times New Roman"/>
                <a:cs typeface="Times New Roman"/>
              </a:rPr>
              <a:t>1</a:t>
            </a:r>
            <a:r>
              <a:rPr dirty="0" sz="1150" spc="160">
                <a:solidFill>
                  <a:srgbClr val="D8DAD4"/>
                </a:solidFill>
                <a:latin typeface="Times New Roman"/>
                <a:cs typeface="Times New Roman"/>
              </a:rPr>
              <a:t>:</a:t>
            </a:r>
            <a:r>
              <a:rPr dirty="0" sz="1150">
                <a:solidFill>
                  <a:srgbClr val="D8DAD4"/>
                </a:solidFill>
                <a:latin typeface="Times New Roman"/>
                <a:cs typeface="Times New Roman"/>
              </a:rPr>
              <a:t>	</a:t>
            </a:r>
            <a:r>
              <a:rPr dirty="0" u="heavy" sz="1150" spc="160">
                <a:solidFill>
                  <a:srgbClr val="D8DAD4"/>
                </a:solidFill>
                <a:uFill>
                  <a:solidFill>
                    <a:srgbClr val="D8DAD4"/>
                  </a:solidFill>
                </a:uFill>
                <a:latin typeface="Times New Roman"/>
                <a:cs typeface="Times New Roman"/>
              </a:rPr>
              <a:t>{ 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027452" y="5220182"/>
            <a:ext cx="56515" cy="335280"/>
          </a:xfrm>
          <a:custGeom>
            <a:avLst/>
            <a:gdLst/>
            <a:ahLst/>
            <a:cxnLst/>
            <a:rect l="l" t="t" r="r" b="b"/>
            <a:pathLst>
              <a:path w="56515" h="335279">
                <a:moveTo>
                  <a:pt x="56159" y="0"/>
                </a:moveTo>
                <a:lnTo>
                  <a:pt x="30683" y="0"/>
                </a:lnTo>
                <a:lnTo>
                  <a:pt x="30683" y="140423"/>
                </a:lnTo>
                <a:lnTo>
                  <a:pt x="0" y="140423"/>
                </a:lnTo>
                <a:lnTo>
                  <a:pt x="0" y="335165"/>
                </a:lnTo>
                <a:lnTo>
                  <a:pt x="38214" y="335165"/>
                </a:lnTo>
                <a:lnTo>
                  <a:pt x="38214" y="194729"/>
                </a:lnTo>
                <a:lnTo>
                  <a:pt x="56159" y="194729"/>
                </a:lnTo>
                <a:lnTo>
                  <a:pt x="56159" y="0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96945" y="5220176"/>
            <a:ext cx="97790" cy="194945"/>
          </a:xfrm>
          <a:custGeom>
            <a:avLst/>
            <a:gdLst/>
            <a:ahLst/>
            <a:cxnLst/>
            <a:rect l="l" t="t" r="r" b="b"/>
            <a:pathLst>
              <a:path w="97790" h="194945">
                <a:moveTo>
                  <a:pt x="97450" y="194733"/>
                </a:moveTo>
                <a:lnTo>
                  <a:pt x="0" y="194733"/>
                </a:lnTo>
                <a:lnTo>
                  <a:pt x="0" y="0"/>
                </a:lnTo>
                <a:lnTo>
                  <a:pt x="97450" y="0"/>
                </a:lnTo>
                <a:lnTo>
                  <a:pt x="97450" y="194733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130106" y="5050370"/>
            <a:ext cx="3061970" cy="715645"/>
          </a:xfrm>
          <a:custGeom>
            <a:avLst/>
            <a:gdLst/>
            <a:ahLst/>
            <a:cxnLst/>
            <a:rect l="l" t="t" r="r" b="b"/>
            <a:pathLst>
              <a:path w="3061970" h="715645">
                <a:moveTo>
                  <a:pt x="2814904" y="0"/>
                </a:moveTo>
                <a:lnTo>
                  <a:pt x="0" y="0"/>
                </a:lnTo>
                <a:lnTo>
                  <a:pt x="0" y="715124"/>
                </a:lnTo>
                <a:lnTo>
                  <a:pt x="2814904" y="715124"/>
                </a:lnTo>
                <a:lnTo>
                  <a:pt x="2814904" y="0"/>
                </a:lnTo>
                <a:close/>
              </a:path>
              <a:path w="3061970" h="715645">
                <a:moveTo>
                  <a:pt x="3061728" y="310235"/>
                </a:moveTo>
                <a:lnTo>
                  <a:pt x="3010789" y="310235"/>
                </a:lnTo>
                <a:lnTo>
                  <a:pt x="3010789" y="504977"/>
                </a:lnTo>
                <a:lnTo>
                  <a:pt x="3061728" y="504977"/>
                </a:lnTo>
                <a:lnTo>
                  <a:pt x="3061728" y="310235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443250" y="5361220"/>
            <a:ext cx="127635" cy="187325"/>
          </a:xfrm>
          <a:custGeom>
            <a:avLst/>
            <a:gdLst/>
            <a:ahLst/>
            <a:cxnLst/>
            <a:rect l="l" t="t" r="r" b="b"/>
            <a:pathLst>
              <a:path w="127634" h="187325">
                <a:moveTo>
                  <a:pt x="127369" y="186848"/>
                </a:moveTo>
                <a:lnTo>
                  <a:pt x="0" y="186848"/>
                </a:lnTo>
                <a:lnTo>
                  <a:pt x="0" y="0"/>
                </a:lnTo>
                <a:lnTo>
                  <a:pt x="127369" y="0"/>
                </a:lnTo>
                <a:lnTo>
                  <a:pt x="127369" y="186848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014758" y="5119554"/>
            <a:ext cx="349059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360"/>
              </a:lnSpc>
              <a:spcBef>
                <a:spcPts val="114"/>
              </a:spcBef>
              <a:tabLst>
                <a:tab pos="3428365" algn="l"/>
              </a:tabLst>
            </a:pPr>
            <a:r>
              <a:rPr dirty="0" sz="1100" b="1">
                <a:solidFill>
                  <a:srgbClr val="D8DAD4"/>
                </a:solidFill>
                <a:latin typeface="Arial"/>
                <a:cs typeface="Arial"/>
              </a:rPr>
              <a:t>'</a:t>
            </a:r>
            <a:r>
              <a:rPr dirty="0" sz="1100" spc="275" b="1">
                <a:solidFill>
                  <a:srgbClr val="D8DAD4"/>
                </a:solidFill>
                <a:latin typeface="Arial"/>
                <a:cs typeface="Arial"/>
              </a:rPr>
              <a:t> </a:t>
            </a:r>
            <a:r>
              <a:rPr dirty="0" sz="2900" spc="-140" b="1">
                <a:solidFill>
                  <a:srgbClr val="A8BFA5"/>
                </a:solidFill>
                <a:latin typeface="Courier New"/>
                <a:cs typeface="Courier New"/>
              </a:rPr>
              <a:t>figma-dev-</a:t>
            </a:r>
            <a:r>
              <a:rPr dirty="0" sz="2900" spc="-145" b="1">
                <a:solidFill>
                  <a:srgbClr val="A8BFA5"/>
                </a:solidFill>
                <a:latin typeface="Courier New"/>
                <a:cs typeface="Courier New"/>
              </a:rPr>
              <a:t>mode</a:t>
            </a:r>
            <a:r>
              <a:rPr dirty="0" sz="2900" spc="-550" b="1">
                <a:solidFill>
                  <a:srgbClr val="A8BFA5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D8DAD4"/>
                </a:solidFill>
                <a:latin typeface="Arial"/>
                <a:cs typeface="Arial"/>
              </a:rPr>
              <a:t>:</a:t>
            </a:r>
            <a:r>
              <a:rPr dirty="0" sz="1100" b="1">
                <a:solidFill>
                  <a:srgbClr val="D8DAD4"/>
                </a:solidFill>
                <a:latin typeface="Arial"/>
                <a:cs typeface="Arial"/>
              </a:rPr>
              <a:t>	</a:t>
            </a:r>
            <a:r>
              <a:rPr dirty="0" sz="1100" spc="-50">
                <a:solidFill>
                  <a:srgbClr val="D8DAD4"/>
                </a:solidFill>
                <a:latin typeface="Arial"/>
                <a:cs typeface="Arial"/>
              </a:rPr>
              <a:t>{</a:t>
            </a:r>
            <a:endParaRPr sz="1100">
              <a:latin typeface="Arial"/>
              <a:cs typeface="Arial"/>
            </a:endParaRPr>
          </a:p>
          <a:p>
            <a:pPr marL="43180">
              <a:lnSpc>
                <a:spcPts val="655"/>
              </a:lnSpc>
              <a:tabLst>
                <a:tab pos="2981960" algn="l"/>
              </a:tabLst>
            </a:pPr>
            <a:r>
              <a:rPr dirty="0" sz="1100" spc="-50" b="1">
                <a:solidFill>
                  <a:srgbClr val="A8BFA5"/>
                </a:solidFill>
                <a:latin typeface="Arial"/>
                <a:cs typeface="Arial"/>
              </a:rPr>
              <a:t>1</a:t>
            </a:r>
            <a:r>
              <a:rPr dirty="0" sz="1100" b="1">
                <a:solidFill>
                  <a:srgbClr val="A8BFA5"/>
                </a:solidFill>
                <a:latin typeface="Arial"/>
                <a:cs typeface="Arial"/>
              </a:rPr>
              <a:t>	</a:t>
            </a:r>
            <a:r>
              <a:rPr dirty="0" sz="1100" spc="-25" b="1">
                <a:solidFill>
                  <a:srgbClr val="A8BFA5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226299" y="5820185"/>
            <a:ext cx="51435" cy="194945"/>
          </a:xfrm>
          <a:custGeom>
            <a:avLst/>
            <a:gdLst/>
            <a:ahLst/>
            <a:cxnLst/>
            <a:rect l="l" t="t" r="r" b="b"/>
            <a:pathLst>
              <a:path w="51434" h="194945">
                <a:moveTo>
                  <a:pt x="50947" y="194733"/>
                </a:moveTo>
                <a:lnTo>
                  <a:pt x="0" y="194733"/>
                </a:lnTo>
                <a:lnTo>
                  <a:pt x="0" y="0"/>
                </a:lnTo>
                <a:lnTo>
                  <a:pt x="50947" y="0"/>
                </a:lnTo>
                <a:lnTo>
                  <a:pt x="50947" y="194733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439836" y="5579136"/>
            <a:ext cx="186563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50505" sz="1650" spc="-232" b="1">
                <a:solidFill>
                  <a:srgbClr val="9C85B6"/>
                </a:solidFill>
                <a:latin typeface="Arial"/>
                <a:cs typeface="Arial"/>
              </a:rPr>
              <a:t>11</a:t>
            </a:r>
            <a:r>
              <a:rPr dirty="0" sz="2900" spc="-155" b="1">
                <a:solidFill>
                  <a:srgbClr val="9C85B6"/>
                </a:solidFill>
                <a:latin typeface="Courier New"/>
                <a:cs typeface="Courier New"/>
              </a:rPr>
              <a:t>command'</a:t>
            </a:r>
            <a:r>
              <a:rPr dirty="0" baseline="50505" sz="1650" spc="-232" b="1">
                <a:solidFill>
                  <a:srgbClr val="9C85B6"/>
                </a:solidFill>
                <a:latin typeface="Arial"/>
                <a:cs typeface="Arial"/>
              </a:rPr>
              <a:t>1</a:t>
            </a:r>
            <a:r>
              <a:rPr dirty="0" sz="1100" spc="-155" b="1">
                <a:solidFill>
                  <a:srgbClr val="D8DAD4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566779" y="5509945"/>
            <a:ext cx="1029335" cy="715645"/>
          </a:xfrm>
          <a:custGeom>
            <a:avLst/>
            <a:gdLst/>
            <a:ahLst/>
            <a:cxnLst/>
            <a:rect l="l" t="t" r="r" b="b"/>
            <a:pathLst>
              <a:path w="1029334" h="715645">
                <a:moveTo>
                  <a:pt x="103517" y="182587"/>
                </a:moveTo>
                <a:lnTo>
                  <a:pt x="0" y="182587"/>
                </a:lnTo>
                <a:lnTo>
                  <a:pt x="0" y="377317"/>
                </a:lnTo>
                <a:lnTo>
                  <a:pt x="103517" y="377317"/>
                </a:lnTo>
                <a:lnTo>
                  <a:pt x="103517" y="182587"/>
                </a:lnTo>
                <a:close/>
              </a:path>
              <a:path w="1029334" h="715645">
                <a:moveTo>
                  <a:pt x="752970" y="0"/>
                </a:moveTo>
                <a:lnTo>
                  <a:pt x="156083" y="0"/>
                </a:lnTo>
                <a:lnTo>
                  <a:pt x="156083" y="715137"/>
                </a:lnTo>
                <a:lnTo>
                  <a:pt x="752970" y="715137"/>
                </a:lnTo>
                <a:lnTo>
                  <a:pt x="752970" y="0"/>
                </a:lnTo>
                <a:close/>
              </a:path>
              <a:path w="1029334" h="715645">
                <a:moveTo>
                  <a:pt x="938403" y="182587"/>
                </a:moveTo>
                <a:lnTo>
                  <a:pt x="822147" y="182587"/>
                </a:lnTo>
                <a:lnTo>
                  <a:pt x="822147" y="377317"/>
                </a:lnTo>
                <a:lnTo>
                  <a:pt x="938403" y="377317"/>
                </a:lnTo>
                <a:lnTo>
                  <a:pt x="938403" y="182587"/>
                </a:lnTo>
                <a:close/>
              </a:path>
              <a:path w="1029334" h="715645">
                <a:moveTo>
                  <a:pt x="1029182" y="310248"/>
                </a:moveTo>
                <a:lnTo>
                  <a:pt x="978230" y="310248"/>
                </a:lnTo>
                <a:lnTo>
                  <a:pt x="978230" y="504977"/>
                </a:lnTo>
                <a:lnTo>
                  <a:pt x="1029182" y="504977"/>
                </a:lnTo>
                <a:lnTo>
                  <a:pt x="1029182" y="310248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528690" y="5451474"/>
            <a:ext cx="109347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10" b="1">
                <a:solidFill>
                  <a:srgbClr val="A8BFA5"/>
                </a:solidFill>
                <a:latin typeface="Arial"/>
                <a:cs typeface="Arial"/>
              </a:rPr>
              <a:t>11</a:t>
            </a:r>
            <a:r>
              <a:rPr dirty="0" baseline="-19157" sz="4350" spc="-15" b="1">
                <a:solidFill>
                  <a:srgbClr val="A8BFA5"/>
                </a:solidFill>
                <a:latin typeface="Courier New"/>
                <a:cs typeface="Courier New"/>
              </a:rPr>
              <a:t>npx</a:t>
            </a:r>
            <a:r>
              <a:rPr dirty="0" sz="1100" spc="-10" b="1">
                <a:solidFill>
                  <a:srgbClr val="A8BFA5"/>
                </a:solidFill>
                <a:latin typeface="Arial"/>
                <a:cs typeface="Arial"/>
              </a:rPr>
              <a:t>11</a:t>
            </a:r>
            <a:r>
              <a:rPr dirty="0" baseline="-50505" sz="1650" spc="-15" b="1">
                <a:solidFill>
                  <a:srgbClr val="EBEBE8"/>
                </a:solidFill>
                <a:latin typeface="Arial"/>
                <a:cs typeface="Arial"/>
              </a:rPr>
              <a:t>,</a:t>
            </a:r>
            <a:endParaRPr baseline="-50505" sz="16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699522" y="5977330"/>
            <a:ext cx="1332230" cy="702945"/>
          </a:xfrm>
          <a:custGeom>
            <a:avLst/>
            <a:gdLst/>
            <a:ahLst/>
            <a:cxnLst/>
            <a:rect l="l" t="t" r="r" b="b"/>
            <a:pathLst>
              <a:path w="1332229" h="702945">
                <a:moveTo>
                  <a:pt x="1088821" y="0"/>
                </a:moveTo>
                <a:lnTo>
                  <a:pt x="0" y="0"/>
                </a:lnTo>
                <a:lnTo>
                  <a:pt x="0" y="702792"/>
                </a:lnTo>
                <a:lnTo>
                  <a:pt x="1088821" y="702792"/>
                </a:lnTo>
                <a:lnTo>
                  <a:pt x="1088821" y="0"/>
                </a:lnTo>
                <a:close/>
              </a:path>
              <a:path w="1332229" h="702945">
                <a:moveTo>
                  <a:pt x="1266253" y="172580"/>
                </a:moveTo>
                <a:lnTo>
                  <a:pt x="1228039" y="172580"/>
                </a:lnTo>
                <a:lnTo>
                  <a:pt x="1228039" y="359702"/>
                </a:lnTo>
                <a:lnTo>
                  <a:pt x="1266253" y="359702"/>
                </a:lnTo>
                <a:lnTo>
                  <a:pt x="1266253" y="172580"/>
                </a:lnTo>
                <a:close/>
              </a:path>
              <a:path w="1332229" h="702945">
                <a:moveTo>
                  <a:pt x="1331963" y="300253"/>
                </a:moveTo>
                <a:lnTo>
                  <a:pt x="1281010" y="300253"/>
                </a:lnTo>
                <a:lnTo>
                  <a:pt x="1281010" y="487375"/>
                </a:lnTo>
                <a:lnTo>
                  <a:pt x="1331963" y="487375"/>
                </a:lnTo>
                <a:lnTo>
                  <a:pt x="1331963" y="300253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365598" y="6045100"/>
            <a:ext cx="267970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850" spc="-445" b="1">
                <a:solidFill>
                  <a:srgbClr val="9C85B6"/>
                </a:solidFill>
                <a:latin typeface="Courier New"/>
                <a:cs typeface="Courier New"/>
              </a:rPr>
              <a:t>''aigs''</a:t>
            </a:r>
            <a:r>
              <a:rPr dirty="0" sz="2850" spc="-445" b="1">
                <a:solidFill>
                  <a:srgbClr val="D8DAD4"/>
                </a:solidFill>
                <a:latin typeface="Courier New"/>
                <a:cs typeface="Courier New"/>
              </a:rPr>
              <a:t>:</a:t>
            </a:r>
            <a:r>
              <a:rPr dirty="0" sz="2850" spc="-1050" b="1">
                <a:solidFill>
                  <a:srgbClr val="D8DAD4"/>
                </a:solidFill>
                <a:latin typeface="Courier New"/>
                <a:cs typeface="Courier New"/>
              </a:rPr>
              <a:t> </a:t>
            </a:r>
            <a:r>
              <a:rPr dirty="0" sz="2850" spc="-420" b="1">
                <a:solidFill>
                  <a:srgbClr val="D8DAD4"/>
                </a:solidFill>
                <a:latin typeface="Courier New"/>
                <a:cs typeface="Courier New"/>
              </a:rPr>
              <a:t>[</a:t>
            </a:r>
            <a:r>
              <a:rPr dirty="0" sz="2850" spc="-420" b="1">
                <a:solidFill>
                  <a:srgbClr val="A8BFA5"/>
                </a:solidFill>
                <a:latin typeface="Courier New"/>
                <a:cs typeface="Courier New"/>
              </a:rPr>
              <a:t>''-</a:t>
            </a:r>
            <a:r>
              <a:rPr dirty="0" sz="2850" spc="-285" b="1">
                <a:solidFill>
                  <a:srgbClr val="A8BFA5"/>
                </a:solidFill>
                <a:latin typeface="Courier New"/>
                <a:cs typeface="Courier New"/>
              </a:rPr>
              <a:t>y'</a:t>
            </a:r>
            <a:r>
              <a:rPr dirty="0" baseline="50505" sz="1650" spc="-427" b="1">
                <a:solidFill>
                  <a:srgbClr val="A8BFA5"/>
                </a:solidFill>
                <a:latin typeface="Times New Roman"/>
                <a:cs typeface="Times New Roman"/>
              </a:rPr>
              <a:t>1</a:t>
            </a:r>
            <a:r>
              <a:rPr dirty="0" sz="1100" spc="-285" b="1">
                <a:solidFill>
                  <a:srgbClr val="EBEBE8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244032" y="5977321"/>
            <a:ext cx="2481580" cy="702945"/>
          </a:xfrm>
          <a:custGeom>
            <a:avLst/>
            <a:gdLst/>
            <a:ahLst/>
            <a:cxnLst/>
            <a:rect l="l" t="t" r="r" b="b"/>
            <a:pathLst>
              <a:path w="2481580" h="702945">
                <a:moveTo>
                  <a:pt x="2481471" y="702798"/>
                </a:moveTo>
                <a:lnTo>
                  <a:pt x="0" y="702798"/>
                </a:lnTo>
                <a:lnTo>
                  <a:pt x="0" y="0"/>
                </a:lnTo>
                <a:lnTo>
                  <a:pt x="2481471" y="0"/>
                </a:lnTo>
                <a:lnTo>
                  <a:pt x="2481471" y="702798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231331" y="6045100"/>
            <a:ext cx="262826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350" b="1">
                <a:solidFill>
                  <a:srgbClr val="A8BFA5"/>
                </a:solidFill>
                <a:latin typeface="Courier New"/>
                <a:cs typeface="Courier New"/>
              </a:rPr>
              <a:t>''mcp-</a:t>
            </a:r>
            <a:r>
              <a:rPr dirty="0" sz="2850" spc="-365" b="1">
                <a:solidFill>
                  <a:srgbClr val="A8BFA5"/>
                </a:solidFill>
                <a:latin typeface="Courier New"/>
                <a:cs typeface="Courier New"/>
              </a:rPr>
              <a:t>remote''</a:t>
            </a:r>
            <a:r>
              <a:rPr dirty="0" sz="2850" spc="-365" b="1">
                <a:solidFill>
                  <a:srgbClr val="EBEBE8"/>
                </a:solidFill>
                <a:latin typeface="Courier New"/>
                <a:cs typeface="Courier New"/>
              </a:rPr>
              <a:t>,</a:t>
            </a:r>
            <a:endParaRPr sz="285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38351" y="6764880"/>
            <a:ext cx="51435" cy="194945"/>
          </a:xfrm>
          <a:custGeom>
            <a:avLst/>
            <a:gdLst/>
            <a:ahLst/>
            <a:cxnLst/>
            <a:rect l="l" t="t" r="r" b="b"/>
            <a:pathLst>
              <a:path w="51434" h="194945">
                <a:moveTo>
                  <a:pt x="50947" y="194733"/>
                </a:moveTo>
                <a:lnTo>
                  <a:pt x="0" y="194733"/>
                </a:lnTo>
                <a:lnTo>
                  <a:pt x="0" y="0"/>
                </a:lnTo>
                <a:lnTo>
                  <a:pt x="50947" y="0"/>
                </a:lnTo>
                <a:lnTo>
                  <a:pt x="50947" y="194733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036177" y="6533501"/>
            <a:ext cx="3147060" cy="932815"/>
          </a:xfrm>
          <a:custGeom>
            <a:avLst/>
            <a:gdLst/>
            <a:ahLst/>
            <a:cxnLst/>
            <a:rect l="l" t="t" r="r" b="b"/>
            <a:pathLst>
              <a:path w="3147059" h="932815">
                <a:moveTo>
                  <a:pt x="140106" y="524649"/>
                </a:moveTo>
                <a:lnTo>
                  <a:pt x="0" y="524649"/>
                </a:lnTo>
                <a:lnTo>
                  <a:pt x="0" y="932319"/>
                </a:lnTo>
                <a:lnTo>
                  <a:pt x="140106" y="932319"/>
                </a:lnTo>
                <a:lnTo>
                  <a:pt x="140106" y="524649"/>
                </a:lnTo>
                <a:close/>
              </a:path>
              <a:path w="3147059" h="932815">
                <a:moveTo>
                  <a:pt x="2046605" y="90957"/>
                </a:moveTo>
                <a:lnTo>
                  <a:pt x="1957451" y="90957"/>
                </a:lnTo>
                <a:lnTo>
                  <a:pt x="1957451" y="285686"/>
                </a:lnTo>
                <a:lnTo>
                  <a:pt x="2046605" y="285686"/>
                </a:lnTo>
                <a:lnTo>
                  <a:pt x="2046605" y="90957"/>
                </a:lnTo>
                <a:close/>
              </a:path>
              <a:path w="3147059" h="932815">
                <a:moveTo>
                  <a:pt x="3147022" y="90957"/>
                </a:moveTo>
                <a:lnTo>
                  <a:pt x="3096349" y="90957"/>
                </a:lnTo>
                <a:lnTo>
                  <a:pt x="3096349" y="0"/>
                </a:lnTo>
                <a:lnTo>
                  <a:pt x="2154364" y="0"/>
                </a:lnTo>
                <a:lnTo>
                  <a:pt x="2154364" y="484822"/>
                </a:lnTo>
                <a:lnTo>
                  <a:pt x="3096349" y="484822"/>
                </a:lnTo>
                <a:lnTo>
                  <a:pt x="3096349" y="285686"/>
                </a:lnTo>
                <a:lnTo>
                  <a:pt x="3147022" y="285686"/>
                </a:lnTo>
                <a:lnTo>
                  <a:pt x="3147022" y="90957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764650" y="6209989"/>
            <a:ext cx="89535" cy="193040"/>
          </a:xfrm>
          <a:custGeom>
            <a:avLst/>
            <a:gdLst/>
            <a:ahLst/>
            <a:cxnLst/>
            <a:rect l="l" t="t" r="r" b="b"/>
            <a:pathLst>
              <a:path w="89534" h="193039">
                <a:moveTo>
                  <a:pt x="89158" y="192832"/>
                </a:moveTo>
                <a:lnTo>
                  <a:pt x="0" y="192832"/>
                </a:lnTo>
                <a:lnTo>
                  <a:pt x="0" y="0"/>
                </a:lnTo>
                <a:lnTo>
                  <a:pt x="89158" y="0"/>
                </a:lnTo>
                <a:lnTo>
                  <a:pt x="89158" y="192832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5809523" y="6226980"/>
            <a:ext cx="45085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60"/>
              </a:lnSpc>
            </a:pPr>
            <a:r>
              <a:rPr dirty="0" sz="1150" spc="-90">
                <a:solidFill>
                  <a:srgbClr val="A8BFA5"/>
                </a:solidFill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814732" y="5972200"/>
            <a:ext cx="89535" cy="503555"/>
          </a:xfrm>
          <a:custGeom>
            <a:avLst/>
            <a:gdLst/>
            <a:ahLst/>
            <a:cxnLst/>
            <a:rect l="l" t="t" r="r" b="b"/>
            <a:pathLst>
              <a:path w="89534" h="503554">
                <a:moveTo>
                  <a:pt x="89158" y="503040"/>
                </a:moveTo>
                <a:lnTo>
                  <a:pt x="0" y="503040"/>
                </a:lnTo>
                <a:lnTo>
                  <a:pt x="0" y="0"/>
                </a:lnTo>
                <a:lnTo>
                  <a:pt x="89158" y="0"/>
                </a:lnTo>
                <a:lnTo>
                  <a:pt x="89158" y="503040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000580" y="6023559"/>
            <a:ext cx="547370" cy="706120"/>
          </a:xfrm>
          <a:custGeom>
            <a:avLst/>
            <a:gdLst/>
            <a:ahLst/>
            <a:cxnLst/>
            <a:rect l="l" t="t" r="r" b="b"/>
            <a:pathLst>
              <a:path w="547369" h="706120">
                <a:moveTo>
                  <a:pt x="89154" y="192862"/>
                </a:moveTo>
                <a:lnTo>
                  <a:pt x="0" y="192862"/>
                </a:lnTo>
                <a:lnTo>
                  <a:pt x="0" y="377317"/>
                </a:lnTo>
                <a:lnTo>
                  <a:pt x="89154" y="377317"/>
                </a:lnTo>
                <a:lnTo>
                  <a:pt x="89154" y="192862"/>
                </a:lnTo>
                <a:close/>
              </a:path>
              <a:path w="547369" h="706120">
                <a:moveTo>
                  <a:pt x="547217" y="0"/>
                </a:moveTo>
                <a:lnTo>
                  <a:pt x="114160" y="0"/>
                </a:lnTo>
                <a:lnTo>
                  <a:pt x="114160" y="705612"/>
                </a:lnTo>
                <a:lnTo>
                  <a:pt x="547217" y="705612"/>
                </a:lnTo>
                <a:lnTo>
                  <a:pt x="547217" y="0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4962492" y="5930205"/>
            <a:ext cx="930910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solidFill>
                  <a:srgbClr val="A8BFA5"/>
                </a:solidFill>
                <a:latin typeface="Times New Roman"/>
                <a:cs typeface="Times New Roman"/>
              </a:rPr>
              <a:t>I</a:t>
            </a:r>
            <a:r>
              <a:rPr dirty="0" sz="1100" spc="-35">
                <a:solidFill>
                  <a:srgbClr val="A8BFA5"/>
                </a:solidFill>
                <a:latin typeface="Times New Roman"/>
                <a:cs typeface="Times New Roman"/>
              </a:rPr>
              <a:t>I</a:t>
            </a:r>
            <a:r>
              <a:rPr dirty="0" baseline="-11965" sz="4875" spc="-727">
                <a:solidFill>
                  <a:srgbClr val="A8BFA5"/>
                </a:solidFill>
                <a:latin typeface="Courier New"/>
                <a:cs typeface="Courier New"/>
              </a:rPr>
              <a:t>..</a:t>
            </a:r>
            <a:r>
              <a:rPr dirty="0" baseline="-11965" sz="4875" spc="179">
                <a:solidFill>
                  <a:srgbClr val="B6CFB1"/>
                </a:solidFill>
                <a:latin typeface="Courier New"/>
                <a:cs typeface="Courier New"/>
              </a:rPr>
              <a:t>.</a:t>
            </a:r>
            <a:r>
              <a:rPr dirty="0" sz="1150" spc="30">
                <a:solidFill>
                  <a:srgbClr val="A8BFA5"/>
                </a:solidFill>
                <a:latin typeface="Times New Roman"/>
                <a:cs typeface="Times New Roman"/>
              </a:rPr>
              <a:t>I</a:t>
            </a:r>
            <a:r>
              <a:rPr dirty="0" sz="3000" spc="-10">
                <a:solidFill>
                  <a:srgbClr val="D8DAD4"/>
                </a:solidFill>
                <a:latin typeface="Times New Roman"/>
                <a:cs typeface="Times New Roman"/>
              </a:rPr>
              <a:t>l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6112942" y="6095243"/>
            <a:ext cx="51435" cy="586740"/>
          </a:xfrm>
          <a:custGeom>
            <a:avLst/>
            <a:gdLst/>
            <a:ahLst/>
            <a:cxnLst/>
            <a:rect l="l" t="t" r="r" b="b"/>
            <a:pathLst>
              <a:path w="51434" h="586740">
                <a:moveTo>
                  <a:pt x="50947" y="586201"/>
                </a:moveTo>
                <a:lnTo>
                  <a:pt x="0" y="586201"/>
                </a:lnTo>
                <a:lnTo>
                  <a:pt x="0" y="0"/>
                </a:lnTo>
                <a:lnTo>
                  <a:pt x="50947" y="0"/>
                </a:lnTo>
                <a:lnTo>
                  <a:pt x="50947" y="586201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6100234" y="6089781"/>
            <a:ext cx="20701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145">
                <a:solidFill>
                  <a:srgbClr val="EBEBE8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577653" y="7517727"/>
            <a:ext cx="140335" cy="407670"/>
          </a:xfrm>
          <a:custGeom>
            <a:avLst/>
            <a:gdLst/>
            <a:ahLst/>
            <a:cxnLst/>
            <a:rect l="l" t="t" r="r" b="b"/>
            <a:pathLst>
              <a:path w="140334" h="407670">
                <a:moveTo>
                  <a:pt x="140106" y="407668"/>
                </a:moveTo>
                <a:lnTo>
                  <a:pt x="0" y="407668"/>
                </a:lnTo>
                <a:lnTo>
                  <a:pt x="0" y="0"/>
                </a:lnTo>
                <a:lnTo>
                  <a:pt x="140106" y="0"/>
                </a:lnTo>
                <a:lnTo>
                  <a:pt x="140106" y="407668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144597" y="7990074"/>
            <a:ext cx="140335" cy="407670"/>
          </a:xfrm>
          <a:custGeom>
            <a:avLst/>
            <a:gdLst/>
            <a:ahLst/>
            <a:cxnLst/>
            <a:rect l="l" t="t" r="r" b="b"/>
            <a:pathLst>
              <a:path w="140334" h="407670">
                <a:moveTo>
                  <a:pt x="140106" y="407668"/>
                </a:moveTo>
                <a:lnTo>
                  <a:pt x="0" y="407668"/>
                </a:lnTo>
                <a:lnTo>
                  <a:pt x="0" y="0"/>
                </a:lnTo>
                <a:lnTo>
                  <a:pt x="140106" y="0"/>
                </a:lnTo>
                <a:lnTo>
                  <a:pt x="140106" y="407668"/>
                </a:lnTo>
                <a:close/>
              </a:path>
            </a:pathLst>
          </a:custGeom>
          <a:solidFill>
            <a:srgbClr val="1F23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119197" y="6434707"/>
            <a:ext cx="4260215" cy="19380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358265">
              <a:lnSpc>
                <a:spcPct val="100000"/>
              </a:lnSpc>
              <a:spcBef>
                <a:spcPts val="865"/>
              </a:spcBef>
              <a:tabLst>
                <a:tab pos="2874010" algn="l"/>
              </a:tabLst>
            </a:pPr>
            <a:r>
              <a:rPr dirty="0" baseline="55555" sz="1650" spc="225" b="1">
                <a:solidFill>
                  <a:srgbClr val="9C85B6"/>
                </a:solidFill>
                <a:latin typeface="Arial"/>
                <a:cs typeface="Arial"/>
              </a:rPr>
              <a:t>11</a:t>
            </a:r>
            <a:r>
              <a:rPr dirty="0" sz="2850" spc="150" b="1">
                <a:solidFill>
                  <a:srgbClr val="9C85B6"/>
                </a:solidFill>
                <a:latin typeface="Times New Roman"/>
                <a:cs typeface="Times New Roman"/>
              </a:rPr>
              <a:t>type</a:t>
            </a:r>
            <a:r>
              <a:rPr dirty="0" baseline="55555" sz="1650" spc="225" b="1">
                <a:solidFill>
                  <a:srgbClr val="9C85B6"/>
                </a:solidFill>
                <a:latin typeface="Arial"/>
                <a:cs typeface="Arial"/>
              </a:rPr>
              <a:t>11</a:t>
            </a:r>
            <a:r>
              <a:rPr dirty="0" sz="1100" spc="150" b="1">
                <a:solidFill>
                  <a:srgbClr val="D8DAD4"/>
                </a:solidFill>
                <a:latin typeface="Arial"/>
                <a:cs typeface="Arial"/>
              </a:rPr>
              <a:t>:</a:t>
            </a:r>
            <a:r>
              <a:rPr dirty="0" sz="1100" b="1">
                <a:solidFill>
                  <a:srgbClr val="D8DAD4"/>
                </a:solidFill>
                <a:latin typeface="Arial"/>
                <a:cs typeface="Arial"/>
              </a:rPr>
              <a:t>	</a:t>
            </a:r>
            <a:r>
              <a:rPr dirty="0" baseline="55555" sz="1650" spc="337" b="1">
                <a:solidFill>
                  <a:srgbClr val="A8BFA5"/>
                </a:solidFill>
                <a:latin typeface="Arial"/>
                <a:cs typeface="Arial"/>
              </a:rPr>
              <a:t>11</a:t>
            </a:r>
            <a:r>
              <a:rPr dirty="0" sz="2850" spc="225" b="1">
                <a:solidFill>
                  <a:srgbClr val="A8BFA5"/>
                </a:solidFill>
                <a:latin typeface="Times New Roman"/>
                <a:cs typeface="Times New Roman"/>
              </a:rPr>
              <a:t>local</a:t>
            </a:r>
            <a:r>
              <a:rPr dirty="0" baseline="55555" sz="1650" spc="337" b="1">
                <a:solidFill>
                  <a:srgbClr val="A8BFA5"/>
                </a:solidFill>
                <a:latin typeface="Arial"/>
                <a:cs typeface="Arial"/>
              </a:rPr>
              <a:t>11</a:t>
            </a:r>
            <a:endParaRPr baseline="55555" sz="1650">
              <a:latin typeface="Arial"/>
              <a:cs typeface="Arial"/>
            </a:endParaRPr>
          </a:p>
          <a:p>
            <a:pPr marL="916940">
              <a:lnSpc>
                <a:spcPct val="100000"/>
              </a:lnSpc>
              <a:spcBef>
                <a:spcPts val="650"/>
              </a:spcBef>
            </a:pPr>
            <a:r>
              <a:rPr dirty="0" sz="2400" spc="155">
                <a:solidFill>
                  <a:srgbClr val="D8DAD4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740"/>
              </a:spcBef>
            </a:pPr>
            <a:r>
              <a:rPr dirty="0" sz="2400" spc="-50">
                <a:solidFill>
                  <a:srgbClr val="D8DAD4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35"/>
              </a:spcBef>
            </a:pPr>
            <a:r>
              <a:rPr dirty="0" sz="2400" spc="-50">
                <a:solidFill>
                  <a:srgbClr val="D8DAD4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2025-12-17T09:09:43Z</dcterms:created>
  <dcterms:modified xsi:type="dcterms:W3CDTF">2025-12-17T09:09:43Z</dcterms:modified>
</cp:coreProperties>
</file>